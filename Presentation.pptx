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0A6DF-823B-4786-ADD8-8B3488DC43AE}" v="106" dt="2025-11-26T01:03:07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3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skar Bajimaya" userId="2c143f85-25c2-496b-b5c5-497cb2effaaf" providerId="ADAL" clId="{D85D364E-BB2A-40C3-8246-20271C28704F}"/>
    <pc:docChg chg="undo custSel addSld delSld modSld addMainMaster delMainMaster">
      <pc:chgData name="Sanskar Bajimaya" userId="2c143f85-25c2-496b-b5c5-497cb2effaaf" providerId="ADAL" clId="{D85D364E-BB2A-40C3-8246-20271C28704F}" dt="2025-11-26T17:04:34.712" v="572" actId="113"/>
      <pc:docMkLst>
        <pc:docMk/>
      </pc:docMkLst>
      <pc:sldChg chg="addSp delSp modSp mod setBg modClrScheme chgLayout">
        <pc:chgData name="Sanskar Bajimaya" userId="2c143f85-25c2-496b-b5c5-497cb2effaaf" providerId="ADAL" clId="{D85D364E-BB2A-40C3-8246-20271C28704F}" dt="2025-11-25T23:54:17.002" v="42" actId="121"/>
        <pc:sldMkLst>
          <pc:docMk/>
          <pc:sldMk cId="1881318933" sldId="256"/>
        </pc:sldMkLst>
        <pc:spChg chg="mo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2" creationId="{F1D97607-34E5-5EB9-2509-B041CCF9EA66}"/>
          </ac:spMkLst>
        </pc:spChg>
        <pc:spChg chg="add del mod">
          <ac:chgData name="Sanskar Bajimaya" userId="2c143f85-25c2-496b-b5c5-497cb2effaaf" providerId="ADAL" clId="{D85D364E-BB2A-40C3-8246-20271C28704F}" dt="2025-11-25T23:54:17.002" v="42" actId="121"/>
          <ac:spMkLst>
            <pc:docMk/>
            <pc:sldMk cId="1881318933" sldId="256"/>
            <ac:spMk id="3" creationId="{A250BCA9-EDF9-C03D-0387-F48775A34299}"/>
          </ac:spMkLst>
        </pc:spChg>
        <pc:spChg chg="add mod">
          <ac:chgData name="Sanskar Bajimaya" userId="2c143f85-25c2-496b-b5c5-497cb2effaaf" providerId="ADAL" clId="{D85D364E-BB2A-40C3-8246-20271C28704F}" dt="2025-11-25T23:53:08.452" v="4"/>
          <ac:spMkLst>
            <pc:docMk/>
            <pc:sldMk cId="1881318933" sldId="256"/>
            <ac:spMk id="4" creationId="{785A2500-C5B0-D190-6A21-0BB5EB1885DA}"/>
          </ac:spMkLst>
        </pc:spChg>
        <pc:spChg chg="ad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9" creationId="{4E1EF4E8-5513-4BF5-BC41-04645281C672}"/>
          </ac:spMkLst>
        </pc:spChg>
        <pc:spChg chg="ad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11" creationId="{361EA5BB-A258-4E22-94F4-C79A441363DA}"/>
          </ac:spMkLst>
        </pc:spChg>
        <pc:spChg chg="ad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13" creationId="{704F7EEF-CBB8-414E-AEB9-E8DFC3689FA7}"/>
          </ac:spMkLst>
        </pc:spChg>
        <pc:spChg chg="ad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15" creationId="{2CA7C088-CD39-49F8-BB37-5E16EFFF416E}"/>
          </ac:spMkLst>
        </pc:spChg>
        <pc:spChg chg="add">
          <ac:chgData name="Sanskar Bajimaya" userId="2c143f85-25c2-496b-b5c5-497cb2effaaf" providerId="ADAL" clId="{D85D364E-BB2A-40C3-8246-20271C28704F}" dt="2025-11-25T23:53:49.478" v="34" actId="26606"/>
          <ac:spMkLst>
            <pc:docMk/>
            <pc:sldMk cId="1881318933" sldId="256"/>
            <ac:spMk id="17" creationId="{528C5F7D-50EC-4C32-B535-6E2B9D1FCFC7}"/>
          </ac:spMkLst>
        </pc:spChg>
        <pc:picChg chg="add mod">
          <ac:chgData name="Sanskar Bajimaya" userId="2c143f85-25c2-496b-b5c5-497cb2effaaf" providerId="ADAL" clId="{D85D364E-BB2A-40C3-8246-20271C28704F}" dt="2025-11-25T23:54:04.596" v="36" actId="27614"/>
          <ac:picMkLst>
            <pc:docMk/>
            <pc:sldMk cId="1881318933" sldId="256"/>
            <ac:picMk id="5" creationId="{3AAC3CDE-8CFD-905F-CEA6-2A943B40B6FB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5T23:55:03.027" v="46" actId="26606"/>
        <pc:sldMkLst>
          <pc:docMk/>
          <pc:sldMk cId="1610427082" sldId="257"/>
        </pc:sldMkLst>
        <pc:spChg chg="mod">
          <ac:chgData name="Sanskar Bajimaya" userId="2c143f85-25c2-496b-b5c5-497cb2effaaf" providerId="ADAL" clId="{D85D364E-BB2A-40C3-8246-20271C28704F}" dt="2025-11-25T23:55:03.027" v="46" actId="26606"/>
          <ac:spMkLst>
            <pc:docMk/>
            <pc:sldMk cId="1610427082" sldId="257"/>
            <ac:spMk id="2" creationId="{A1A4FD1A-06B1-05C8-B245-85E47E0A623A}"/>
          </ac:spMkLst>
        </pc:spChg>
        <pc:spChg chg="del">
          <ac:chgData name="Sanskar Bajimaya" userId="2c143f85-25c2-496b-b5c5-497cb2effaaf" providerId="ADAL" clId="{D85D364E-BB2A-40C3-8246-20271C28704F}" dt="2025-11-25T23:54:49.923" v="45"/>
          <ac:spMkLst>
            <pc:docMk/>
            <pc:sldMk cId="1610427082" sldId="257"/>
            <ac:spMk id="3" creationId="{C127E788-4A85-8ED7-C043-84EC59936FD5}"/>
          </ac:spMkLst>
        </pc:spChg>
        <pc:spChg chg="add del mod">
          <ac:chgData name="Sanskar Bajimaya" userId="2c143f85-25c2-496b-b5c5-497cb2effaaf" providerId="ADAL" clId="{D85D364E-BB2A-40C3-8246-20271C28704F}" dt="2025-11-25T23:55:03.027" v="46" actId="26606"/>
          <ac:spMkLst>
            <pc:docMk/>
            <pc:sldMk cId="1610427082" sldId="257"/>
            <ac:spMk id="4" creationId="{AA1713EC-A0B2-8993-E784-8C3CA119A9E4}"/>
          </ac:spMkLst>
        </pc:spChg>
        <pc:spChg chg="add">
          <ac:chgData name="Sanskar Bajimaya" userId="2c143f85-25c2-496b-b5c5-497cb2effaaf" providerId="ADAL" clId="{D85D364E-BB2A-40C3-8246-20271C28704F}" dt="2025-11-25T23:55:03.027" v="46" actId="26606"/>
          <ac:spMkLst>
            <pc:docMk/>
            <pc:sldMk cId="1610427082" sldId="257"/>
            <ac:spMk id="10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5T23:55:03.027" v="46" actId="26606"/>
          <ac:spMkLst>
            <pc:docMk/>
            <pc:sldMk cId="1610427082" sldId="257"/>
            <ac:spMk id="12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5T23:55:03.027" v="46" actId="26606"/>
          <ac:grpSpMkLst>
            <pc:docMk/>
            <pc:sldMk cId="1610427082" sldId="257"/>
            <ac:grpSpMk id="14" creationId="{2668F617-A865-44FB-B7FA-D3D82EB305A7}"/>
          </ac:grpSpMkLst>
        </pc:grpChg>
        <pc:graphicFrameChg chg="add">
          <ac:chgData name="Sanskar Bajimaya" userId="2c143f85-25c2-496b-b5c5-497cb2effaaf" providerId="ADAL" clId="{D85D364E-BB2A-40C3-8246-20271C28704F}" dt="2025-11-25T23:55:03.027" v="46" actId="26606"/>
          <ac:graphicFrameMkLst>
            <pc:docMk/>
            <pc:sldMk cId="1610427082" sldId="257"/>
            <ac:graphicFrameMk id="6" creationId="{B3276D8F-6DB4-C0B8-C53D-9C44722DBD08}"/>
          </ac:graphicFrameMkLst>
        </pc:graphicFrameChg>
      </pc:sldChg>
      <pc:sldChg chg="addSp delSp modSp new mod setBg">
        <pc:chgData name="Sanskar Bajimaya" userId="2c143f85-25c2-496b-b5c5-497cb2effaaf" providerId="ADAL" clId="{D85D364E-BB2A-40C3-8246-20271C28704F}" dt="2025-11-26T00:00:45.898" v="64" actId="478"/>
        <pc:sldMkLst>
          <pc:docMk/>
          <pc:sldMk cId="3237730393" sldId="258"/>
        </pc:sldMkLst>
        <pc:spChg chg="mod">
          <ac:chgData name="Sanskar Bajimaya" userId="2c143f85-25c2-496b-b5c5-497cb2effaaf" providerId="ADAL" clId="{D85D364E-BB2A-40C3-8246-20271C28704F}" dt="2025-11-25T23:58:34.962" v="50" actId="26606"/>
          <ac:spMkLst>
            <pc:docMk/>
            <pc:sldMk cId="3237730393" sldId="258"/>
            <ac:spMk id="2" creationId="{5A0A5A70-8567-ACBF-6401-CBDFED3D8A64}"/>
          </ac:spMkLst>
        </pc:spChg>
        <pc:spChg chg="del">
          <ac:chgData name="Sanskar Bajimaya" userId="2c143f85-25c2-496b-b5c5-497cb2effaaf" providerId="ADAL" clId="{D85D364E-BB2A-40C3-8246-20271C28704F}" dt="2025-11-25T23:55:33.674" v="49"/>
          <ac:spMkLst>
            <pc:docMk/>
            <pc:sldMk cId="3237730393" sldId="258"/>
            <ac:spMk id="3" creationId="{31E1479D-1041-0FFE-DC43-99D6933917B7}"/>
          </ac:spMkLst>
        </pc:spChg>
        <pc:spChg chg="add del mod">
          <ac:chgData name="Sanskar Bajimaya" userId="2c143f85-25c2-496b-b5c5-497cb2effaaf" providerId="ADAL" clId="{D85D364E-BB2A-40C3-8246-20271C28704F}" dt="2025-11-25T23:58:34.962" v="50" actId="26606"/>
          <ac:spMkLst>
            <pc:docMk/>
            <pc:sldMk cId="3237730393" sldId="258"/>
            <ac:spMk id="4" creationId="{9E6B733F-EA50-F315-1708-445B19C5664D}"/>
          </ac:spMkLst>
        </pc:spChg>
        <pc:spChg chg="add">
          <ac:chgData name="Sanskar Bajimaya" userId="2c143f85-25c2-496b-b5c5-497cb2effaaf" providerId="ADAL" clId="{D85D364E-BB2A-40C3-8246-20271C28704F}" dt="2025-11-25T23:58:34.962" v="50" actId="26606"/>
          <ac:spMkLst>
            <pc:docMk/>
            <pc:sldMk cId="3237730393" sldId="258"/>
            <ac:spMk id="10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5T23:58:34.962" v="50" actId="26606"/>
          <ac:spMkLst>
            <pc:docMk/>
            <pc:sldMk cId="3237730393" sldId="258"/>
            <ac:spMk id="12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5T23:58:34.962" v="50" actId="26606"/>
          <ac:grpSpMkLst>
            <pc:docMk/>
            <pc:sldMk cId="3237730393" sldId="258"/>
            <ac:grpSpMk id="14" creationId="{2668F617-A865-44FB-B7FA-D3D82EB305A7}"/>
          </ac:grpSpMkLst>
        </pc:grpChg>
        <pc:graphicFrameChg chg="add mod">
          <ac:chgData name="Sanskar Bajimaya" userId="2c143f85-25c2-496b-b5c5-497cb2effaaf" providerId="ADAL" clId="{D85D364E-BB2A-40C3-8246-20271C28704F}" dt="2025-11-26T00:00:37.812" v="63"/>
          <ac:graphicFrameMkLst>
            <pc:docMk/>
            <pc:sldMk cId="3237730393" sldId="258"/>
            <ac:graphicFrameMk id="6" creationId="{ACEF2604-9F9A-FA64-9A06-F87A07E84200}"/>
          </ac:graphicFrameMkLst>
        </pc:graphicFrameChg>
        <pc:picChg chg="add del mod">
          <ac:chgData name="Sanskar Bajimaya" userId="2c143f85-25c2-496b-b5c5-497cb2effaaf" providerId="ADAL" clId="{D85D364E-BB2A-40C3-8246-20271C28704F}" dt="2025-11-26T00:00:45.898" v="64" actId="478"/>
          <ac:picMkLst>
            <pc:docMk/>
            <pc:sldMk cId="3237730393" sldId="258"/>
            <ac:picMk id="7" creationId="{4135DD41-699F-9EAC-FD22-E82F17CAF50B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0:02:20.025" v="76" actId="20577"/>
        <pc:sldMkLst>
          <pc:docMk/>
          <pc:sldMk cId="372456677" sldId="259"/>
        </pc:sldMkLst>
        <pc:spChg chg="mod">
          <ac:chgData name="Sanskar Bajimaya" userId="2c143f85-25c2-496b-b5c5-497cb2effaaf" providerId="ADAL" clId="{D85D364E-BB2A-40C3-8246-20271C28704F}" dt="2025-11-26T00:02:20.025" v="76" actId="20577"/>
          <ac:spMkLst>
            <pc:docMk/>
            <pc:sldMk cId="372456677" sldId="259"/>
            <ac:spMk id="2" creationId="{7BADE06B-E6D6-C2C0-9547-51E5FA97B7BF}"/>
          </ac:spMkLst>
        </pc:spChg>
        <pc:spChg chg="del">
          <ac:chgData name="Sanskar Bajimaya" userId="2c143f85-25c2-496b-b5c5-497cb2effaaf" providerId="ADAL" clId="{D85D364E-BB2A-40C3-8246-20271C28704F}" dt="2025-11-26T00:01:11.440" v="67"/>
          <ac:spMkLst>
            <pc:docMk/>
            <pc:sldMk cId="372456677" sldId="259"/>
            <ac:spMk id="3" creationId="{4808DCEF-D337-51D3-8C36-D76BD5670EBE}"/>
          </ac:spMkLst>
        </pc:spChg>
        <pc:spChg chg="add del mod">
          <ac:chgData name="Sanskar Bajimaya" userId="2c143f85-25c2-496b-b5c5-497cb2effaaf" providerId="ADAL" clId="{D85D364E-BB2A-40C3-8246-20271C28704F}" dt="2025-11-26T00:01:51.902" v="71" actId="26606"/>
          <ac:spMkLst>
            <pc:docMk/>
            <pc:sldMk cId="372456677" sldId="259"/>
            <ac:spMk id="4" creationId="{32B77CA9-2B1D-804C-E2C7-BA3488E15D86}"/>
          </ac:spMkLst>
        </pc:spChg>
        <pc:spChg chg="add">
          <ac:chgData name="Sanskar Bajimaya" userId="2c143f85-25c2-496b-b5c5-497cb2effaaf" providerId="ADAL" clId="{D85D364E-BB2A-40C3-8246-20271C28704F}" dt="2025-11-26T00:01:51.902" v="71" actId="26606"/>
          <ac:spMkLst>
            <pc:docMk/>
            <pc:sldMk cId="372456677" sldId="259"/>
            <ac:spMk id="10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01:51.902" v="71" actId="26606"/>
          <ac:spMkLst>
            <pc:docMk/>
            <pc:sldMk cId="372456677" sldId="259"/>
            <ac:spMk id="12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01:51.902" v="71" actId="26606"/>
          <ac:grpSpMkLst>
            <pc:docMk/>
            <pc:sldMk cId="372456677" sldId="259"/>
            <ac:grpSpMk id="14" creationId="{978C0019-8CE2-42AB-B006-9860B43B8B7F}"/>
          </ac:grpSpMkLst>
        </pc:grpChg>
        <pc:graphicFrameChg chg="add del">
          <ac:chgData name="Sanskar Bajimaya" userId="2c143f85-25c2-496b-b5c5-497cb2effaaf" providerId="ADAL" clId="{D85D364E-BB2A-40C3-8246-20271C28704F}" dt="2025-11-26T00:01:35.280" v="69" actId="26606"/>
          <ac:graphicFrameMkLst>
            <pc:docMk/>
            <pc:sldMk cId="372456677" sldId="259"/>
            <ac:graphicFrameMk id="6" creationId="{F4801074-E993-8475-BFDF-84A17B39A82C}"/>
          </ac:graphicFrameMkLst>
        </pc:graphicFrameChg>
        <pc:graphicFrameChg chg="add">
          <ac:chgData name="Sanskar Bajimaya" userId="2c143f85-25c2-496b-b5c5-497cb2effaaf" providerId="ADAL" clId="{D85D364E-BB2A-40C3-8246-20271C28704F}" dt="2025-11-26T00:01:51.902" v="71" actId="26606"/>
          <ac:graphicFrameMkLst>
            <pc:docMk/>
            <pc:sldMk cId="372456677" sldId="259"/>
            <ac:graphicFrameMk id="7" creationId="{A253A7D7-250E-18D6-8A3F-623C3665D2D2}"/>
          </ac:graphicFrameMkLst>
        </pc:graphicFrameChg>
      </pc:sldChg>
      <pc:sldChg chg="addSp delSp modSp new mod setBg">
        <pc:chgData name="Sanskar Bajimaya" userId="2c143f85-25c2-496b-b5c5-497cb2effaaf" providerId="ADAL" clId="{D85D364E-BB2A-40C3-8246-20271C28704F}" dt="2025-11-26T00:02:43.148" v="81" actId="26606"/>
        <pc:sldMkLst>
          <pc:docMk/>
          <pc:sldMk cId="3481993699" sldId="260"/>
        </pc:sldMkLst>
        <pc:spChg chg="mod">
          <ac:chgData name="Sanskar Bajimaya" userId="2c143f85-25c2-496b-b5c5-497cb2effaaf" providerId="ADAL" clId="{D85D364E-BB2A-40C3-8246-20271C28704F}" dt="2025-11-26T00:02:43.148" v="81" actId="26606"/>
          <ac:spMkLst>
            <pc:docMk/>
            <pc:sldMk cId="3481993699" sldId="260"/>
            <ac:spMk id="2" creationId="{70F170D9-FDF1-D152-C6D8-978EA0DF6276}"/>
          </ac:spMkLst>
        </pc:spChg>
        <pc:spChg chg="del">
          <ac:chgData name="Sanskar Bajimaya" userId="2c143f85-25c2-496b-b5c5-497cb2effaaf" providerId="ADAL" clId="{D85D364E-BB2A-40C3-8246-20271C28704F}" dt="2025-11-26T00:02:37.054" v="80"/>
          <ac:spMkLst>
            <pc:docMk/>
            <pc:sldMk cId="3481993699" sldId="260"/>
            <ac:spMk id="3" creationId="{AF2F110D-66BC-23B3-E609-284B4C86A49B}"/>
          </ac:spMkLst>
        </pc:spChg>
        <pc:spChg chg="add del mod">
          <ac:chgData name="Sanskar Bajimaya" userId="2c143f85-25c2-496b-b5c5-497cb2effaaf" providerId="ADAL" clId="{D85D364E-BB2A-40C3-8246-20271C28704F}" dt="2025-11-26T00:02:43.148" v="81" actId="26606"/>
          <ac:spMkLst>
            <pc:docMk/>
            <pc:sldMk cId="3481993699" sldId="260"/>
            <ac:spMk id="4" creationId="{2EF1C414-36DB-B0C9-2003-677592C4B5C6}"/>
          </ac:spMkLst>
        </pc:spChg>
        <pc:spChg chg="add">
          <ac:chgData name="Sanskar Bajimaya" userId="2c143f85-25c2-496b-b5c5-497cb2effaaf" providerId="ADAL" clId="{D85D364E-BB2A-40C3-8246-20271C28704F}" dt="2025-11-26T00:02:43.148" v="81" actId="26606"/>
          <ac:spMkLst>
            <pc:docMk/>
            <pc:sldMk cId="3481993699" sldId="260"/>
            <ac:spMk id="10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02:43.148" v="81" actId="26606"/>
          <ac:spMkLst>
            <pc:docMk/>
            <pc:sldMk cId="3481993699" sldId="260"/>
            <ac:spMk id="12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02:43.148" v="81" actId="26606"/>
          <ac:grpSpMkLst>
            <pc:docMk/>
            <pc:sldMk cId="3481993699" sldId="260"/>
            <ac:grpSpMk id="14" creationId="{978C0019-8CE2-42AB-B006-9860B43B8B7F}"/>
          </ac:grpSpMkLst>
        </pc:grpChg>
        <pc:graphicFrameChg chg="add">
          <ac:chgData name="Sanskar Bajimaya" userId="2c143f85-25c2-496b-b5c5-497cb2effaaf" providerId="ADAL" clId="{D85D364E-BB2A-40C3-8246-20271C28704F}" dt="2025-11-26T00:02:43.148" v="81" actId="26606"/>
          <ac:graphicFrameMkLst>
            <pc:docMk/>
            <pc:sldMk cId="3481993699" sldId="260"/>
            <ac:graphicFrameMk id="6" creationId="{EAA31EC7-797F-F5C0-FCF6-6AF89F88BFD6}"/>
          </ac:graphicFrameMkLst>
        </pc:graphicFrameChg>
      </pc:sldChg>
      <pc:sldChg chg="addSp delSp modSp new mod setBg">
        <pc:chgData name="Sanskar Bajimaya" userId="2c143f85-25c2-496b-b5c5-497cb2effaaf" providerId="ADAL" clId="{D85D364E-BB2A-40C3-8246-20271C28704F}" dt="2025-11-26T00:04:07.166" v="88" actId="26606"/>
        <pc:sldMkLst>
          <pc:docMk/>
          <pc:sldMk cId="1802724" sldId="261"/>
        </pc:sldMkLst>
        <pc:spChg chg="mod">
          <ac:chgData name="Sanskar Bajimaya" userId="2c143f85-25c2-496b-b5c5-497cb2effaaf" providerId="ADAL" clId="{D85D364E-BB2A-40C3-8246-20271C28704F}" dt="2025-11-26T00:04:07.166" v="88" actId="26606"/>
          <ac:spMkLst>
            <pc:docMk/>
            <pc:sldMk cId="1802724" sldId="261"/>
            <ac:spMk id="2" creationId="{16618604-8303-13BB-5B8C-CC3A017B22C1}"/>
          </ac:spMkLst>
        </pc:spChg>
        <pc:spChg chg="del">
          <ac:chgData name="Sanskar Bajimaya" userId="2c143f85-25c2-496b-b5c5-497cb2effaaf" providerId="ADAL" clId="{D85D364E-BB2A-40C3-8246-20271C28704F}" dt="2025-11-26T00:03:19.710" v="84"/>
          <ac:spMkLst>
            <pc:docMk/>
            <pc:sldMk cId="1802724" sldId="261"/>
            <ac:spMk id="3" creationId="{E2E3C076-83F3-4739-F1F5-1A8ED830AAC5}"/>
          </ac:spMkLst>
        </pc:spChg>
        <pc:spChg chg="add mod ord">
          <ac:chgData name="Sanskar Bajimaya" userId="2c143f85-25c2-496b-b5c5-497cb2effaaf" providerId="ADAL" clId="{D85D364E-BB2A-40C3-8246-20271C28704F}" dt="2025-11-26T00:04:07.166" v="88" actId="26606"/>
          <ac:spMkLst>
            <pc:docMk/>
            <pc:sldMk cId="1802724" sldId="261"/>
            <ac:spMk id="4" creationId="{4D9AADB5-65B0-45B7-27DA-FDA3B357943F}"/>
          </ac:spMkLst>
        </pc:spChg>
        <pc:spChg chg="add">
          <ac:chgData name="Sanskar Bajimaya" userId="2c143f85-25c2-496b-b5c5-497cb2effaaf" providerId="ADAL" clId="{D85D364E-BB2A-40C3-8246-20271C28704F}" dt="2025-11-26T00:04:07.166" v="88" actId="26606"/>
          <ac:spMkLst>
            <pc:docMk/>
            <pc:sldMk cId="1802724" sldId="261"/>
            <ac:spMk id="11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04:07.166" v="88" actId="26606"/>
          <ac:spMkLst>
            <pc:docMk/>
            <pc:sldMk cId="1802724" sldId="261"/>
            <ac:spMk id="13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04:07.166" v="88" actId="26606"/>
          <ac:grpSpMkLst>
            <pc:docMk/>
            <pc:sldMk cId="1802724" sldId="261"/>
            <ac:grpSpMk id="15" creationId="{8C3DADED-7815-4306-B3F8-55867BEDFF5E}"/>
          </ac:grpSpMkLst>
        </pc:grpChg>
        <pc:picChg chg="add mod">
          <ac:chgData name="Sanskar Bajimaya" userId="2c143f85-25c2-496b-b5c5-497cb2effaaf" providerId="ADAL" clId="{D85D364E-BB2A-40C3-8246-20271C28704F}" dt="2025-11-26T00:04:07.166" v="88" actId="26606"/>
          <ac:picMkLst>
            <pc:docMk/>
            <pc:sldMk cId="1802724" sldId="261"/>
            <ac:picMk id="6" creationId="{D2404772-1143-183C-0F10-82F98FD89245}"/>
          </ac:picMkLst>
        </pc:picChg>
      </pc:sldChg>
      <pc:sldChg chg="modSp new del">
        <pc:chgData name="Sanskar Bajimaya" userId="2c143f85-25c2-496b-b5c5-497cb2effaaf" providerId="ADAL" clId="{D85D364E-BB2A-40C3-8246-20271C28704F}" dt="2025-11-26T01:15:59.235" v="571" actId="47"/>
        <pc:sldMkLst>
          <pc:docMk/>
          <pc:sldMk cId="1849259998" sldId="262"/>
        </pc:sldMkLst>
        <pc:spChg chg="mod">
          <ac:chgData name="Sanskar Bajimaya" userId="2c143f85-25c2-496b-b5c5-497cb2effaaf" providerId="ADAL" clId="{D85D364E-BB2A-40C3-8246-20271C28704F}" dt="2025-11-26T00:04:23.942" v="90"/>
          <ac:spMkLst>
            <pc:docMk/>
            <pc:sldMk cId="1849259998" sldId="262"/>
            <ac:spMk id="2" creationId="{C932E32E-02F4-6743-8CA4-0A89EC520EAA}"/>
          </ac:spMkLst>
        </pc:spChg>
      </pc:sldChg>
      <pc:sldChg chg="addSp delSp modSp new mod modClrScheme chgLayout">
        <pc:chgData name="Sanskar Bajimaya" userId="2c143f85-25c2-496b-b5c5-497cb2effaaf" providerId="ADAL" clId="{D85D364E-BB2A-40C3-8246-20271C28704F}" dt="2025-11-26T00:13:23.346" v="173" actId="1076"/>
        <pc:sldMkLst>
          <pc:docMk/>
          <pc:sldMk cId="1603551857" sldId="263"/>
        </pc:sldMkLst>
        <pc:spChg chg="del mod ord">
          <ac:chgData name="Sanskar Bajimaya" userId="2c143f85-25c2-496b-b5c5-497cb2effaaf" providerId="ADAL" clId="{D85D364E-BB2A-40C3-8246-20271C28704F}" dt="2025-11-26T00:08:58.920" v="92" actId="700"/>
          <ac:spMkLst>
            <pc:docMk/>
            <pc:sldMk cId="1603551857" sldId="263"/>
            <ac:spMk id="2" creationId="{A23C8F74-D29D-B540-42DD-17C42E15CAEF}"/>
          </ac:spMkLst>
        </pc:spChg>
        <pc:spChg chg="del mod ord">
          <ac:chgData name="Sanskar Bajimaya" userId="2c143f85-25c2-496b-b5c5-497cb2effaaf" providerId="ADAL" clId="{D85D364E-BB2A-40C3-8246-20271C28704F}" dt="2025-11-26T00:08:58.920" v="92" actId="700"/>
          <ac:spMkLst>
            <pc:docMk/>
            <pc:sldMk cId="1603551857" sldId="263"/>
            <ac:spMk id="3" creationId="{9ADCE4E1-BC90-D487-F845-FA87F91BEBE4}"/>
          </ac:spMkLst>
        </pc:spChg>
        <pc:spChg chg="add mod ord">
          <ac:chgData name="Sanskar Bajimaya" userId="2c143f85-25c2-496b-b5c5-497cb2effaaf" providerId="ADAL" clId="{D85D364E-BB2A-40C3-8246-20271C28704F}" dt="2025-11-26T00:09:03.116" v="93"/>
          <ac:spMkLst>
            <pc:docMk/>
            <pc:sldMk cId="1603551857" sldId="263"/>
            <ac:spMk id="4" creationId="{9B7AE71D-EE49-B5FF-5BB9-B8CAC8CAEDF3}"/>
          </ac:spMkLst>
        </pc:spChg>
        <pc:spChg chg="add mod ord">
          <ac:chgData name="Sanskar Bajimaya" userId="2c143f85-25c2-496b-b5c5-497cb2effaaf" providerId="ADAL" clId="{D85D364E-BB2A-40C3-8246-20271C28704F}" dt="2025-11-26T00:09:19.127" v="94"/>
          <ac:spMkLst>
            <pc:docMk/>
            <pc:sldMk cId="1603551857" sldId="263"/>
            <ac:spMk id="5" creationId="{944B3D6F-58E4-B7CE-2FA8-26C149EA8041}"/>
          </ac:spMkLst>
        </pc:spChg>
        <pc:spChg chg="add del mod ord">
          <ac:chgData name="Sanskar Bajimaya" userId="2c143f85-25c2-496b-b5c5-497cb2effaaf" providerId="ADAL" clId="{D85D364E-BB2A-40C3-8246-20271C28704F}" dt="2025-11-26T00:09:37.613" v="95"/>
          <ac:spMkLst>
            <pc:docMk/>
            <pc:sldMk cId="1603551857" sldId="263"/>
            <ac:spMk id="6" creationId="{CD77FE53-C583-B1C5-DEB7-0D5FD8E9284F}"/>
          </ac:spMkLst>
        </pc:spChg>
        <pc:spChg chg="add mod ord">
          <ac:chgData name="Sanskar Bajimaya" userId="2c143f85-25c2-496b-b5c5-497cb2effaaf" providerId="ADAL" clId="{D85D364E-BB2A-40C3-8246-20271C28704F}" dt="2025-11-26T00:09:49.447" v="115" actId="20577"/>
          <ac:spMkLst>
            <pc:docMk/>
            <pc:sldMk cId="1603551857" sldId="263"/>
            <ac:spMk id="7" creationId="{058F76BC-8C77-B280-3CA0-C4EBA91623BC}"/>
          </ac:spMkLst>
        </pc:spChg>
        <pc:spChg chg="add mod ord">
          <ac:chgData name="Sanskar Bajimaya" userId="2c143f85-25c2-496b-b5c5-497cb2effaaf" providerId="ADAL" clId="{D85D364E-BB2A-40C3-8246-20271C28704F}" dt="2025-11-26T00:12:53.639" v="169" actId="404"/>
          <ac:spMkLst>
            <pc:docMk/>
            <pc:sldMk cId="1603551857" sldId="263"/>
            <ac:spMk id="8" creationId="{DE44467E-4237-7155-B362-6757E33E48DE}"/>
          </ac:spMkLst>
        </pc:spChg>
        <pc:spChg chg="add mod">
          <ac:chgData name="Sanskar Bajimaya" userId="2c143f85-25c2-496b-b5c5-497cb2effaaf" providerId="ADAL" clId="{D85D364E-BB2A-40C3-8246-20271C28704F}" dt="2025-11-26T00:12:45.673" v="168" actId="404"/>
          <ac:spMkLst>
            <pc:docMk/>
            <pc:sldMk cId="1603551857" sldId="263"/>
            <ac:spMk id="9" creationId="{6D7EC078-BB9D-3101-2880-C2B287568659}"/>
          </ac:spMkLst>
        </pc:spChg>
        <pc:picChg chg="add mod">
          <ac:chgData name="Sanskar Bajimaya" userId="2c143f85-25c2-496b-b5c5-497cb2effaaf" providerId="ADAL" clId="{D85D364E-BB2A-40C3-8246-20271C28704F}" dt="2025-11-26T00:13:23.346" v="173" actId="1076"/>
          <ac:picMkLst>
            <pc:docMk/>
            <pc:sldMk cId="1603551857" sldId="263"/>
            <ac:picMk id="11" creationId="{C879ADB5-56BE-F9D3-494A-419CC6F0D400}"/>
          </ac:picMkLst>
        </pc:picChg>
        <pc:picChg chg="add del mod">
          <ac:chgData name="Sanskar Bajimaya" userId="2c143f85-25c2-496b-b5c5-497cb2effaaf" providerId="ADAL" clId="{D85D364E-BB2A-40C3-8246-20271C28704F}" dt="2025-11-26T00:11:18.958" v="132" actId="21"/>
          <ac:picMkLst>
            <pc:docMk/>
            <pc:sldMk cId="1603551857" sldId="263"/>
            <ac:picMk id="13" creationId="{78BD8DE5-275A-56CB-B7DC-E0F7B0E16C31}"/>
          </ac:picMkLst>
        </pc:picChg>
        <pc:picChg chg="add mod">
          <ac:chgData name="Sanskar Bajimaya" userId="2c143f85-25c2-496b-b5c5-497cb2effaaf" providerId="ADAL" clId="{D85D364E-BB2A-40C3-8246-20271C28704F}" dt="2025-11-26T00:11:44.036" v="147" actId="1076"/>
          <ac:picMkLst>
            <pc:docMk/>
            <pc:sldMk cId="1603551857" sldId="263"/>
            <ac:picMk id="14" creationId="{78BD8DE5-275A-56CB-B7DC-E0F7B0E16C31}"/>
          </ac:picMkLst>
        </pc:picChg>
      </pc:sldChg>
      <pc:sldChg chg="new del">
        <pc:chgData name="Sanskar Bajimaya" userId="2c143f85-25c2-496b-b5c5-497cb2effaaf" providerId="ADAL" clId="{D85D364E-BB2A-40C3-8246-20271C28704F}" dt="2025-11-26T00:13:37.756" v="176" actId="47"/>
        <pc:sldMkLst>
          <pc:docMk/>
          <pc:sldMk cId="2377262441" sldId="264"/>
        </pc:sldMkLst>
      </pc:sldChg>
      <pc:sldChg chg="addSp modSp new mod setBg">
        <pc:chgData name="Sanskar Bajimaya" userId="2c143f85-25c2-496b-b5c5-497cb2effaaf" providerId="ADAL" clId="{D85D364E-BB2A-40C3-8246-20271C28704F}" dt="2025-11-26T00:15:03.653" v="193" actId="26606"/>
        <pc:sldMkLst>
          <pc:docMk/>
          <pc:sldMk cId="3127358802" sldId="265"/>
        </pc:sldMkLst>
        <pc:spChg chg="mod">
          <ac:chgData name="Sanskar Bajimaya" userId="2c143f85-25c2-496b-b5c5-497cb2effaaf" providerId="ADAL" clId="{D85D364E-BB2A-40C3-8246-20271C28704F}" dt="2025-11-26T00:15:03.653" v="193" actId="26606"/>
          <ac:spMkLst>
            <pc:docMk/>
            <pc:sldMk cId="3127358802" sldId="265"/>
            <ac:spMk id="2" creationId="{DF8233DF-7394-2058-456C-0C2468412047}"/>
          </ac:spMkLst>
        </pc:spChg>
        <pc:spChg chg="mod">
          <ac:chgData name="Sanskar Bajimaya" userId="2c143f85-25c2-496b-b5c5-497cb2effaaf" providerId="ADAL" clId="{D85D364E-BB2A-40C3-8246-20271C28704F}" dt="2025-11-26T00:15:03.653" v="193" actId="26606"/>
          <ac:spMkLst>
            <pc:docMk/>
            <pc:sldMk cId="3127358802" sldId="265"/>
            <ac:spMk id="3" creationId="{0FBE3A1B-B912-1E95-C909-7978BF42D48F}"/>
          </ac:spMkLst>
        </pc:spChg>
        <pc:spChg chg="add">
          <ac:chgData name="Sanskar Bajimaya" userId="2c143f85-25c2-496b-b5c5-497cb2effaaf" providerId="ADAL" clId="{D85D364E-BB2A-40C3-8246-20271C28704F}" dt="2025-11-26T00:15:03.653" v="193" actId="26606"/>
          <ac:spMkLst>
            <pc:docMk/>
            <pc:sldMk cId="3127358802" sldId="265"/>
            <ac:spMk id="10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15:03.653" v="193" actId="26606"/>
          <ac:spMkLst>
            <pc:docMk/>
            <pc:sldMk cId="3127358802" sldId="265"/>
            <ac:spMk id="12" creationId="{7B548D29-AD32-47D3-BD52-0948F2328CF9}"/>
          </ac:spMkLst>
        </pc:spChg>
        <pc:grpChg chg="add">
          <ac:chgData name="Sanskar Bajimaya" userId="2c143f85-25c2-496b-b5c5-497cb2effaaf" providerId="ADAL" clId="{D85D364E-BB2A-40C3-8246-20271C28704F}" dt="2025-11-26T00:15:03.653" v="193" actId="26606"/>
          <ac:grpSpMkLst>
            <pc:docMk/>
            <pc:sldMk cId="3127358802" sldId="265"/>
            <ac:grpSpMk id="14" creationId="{FC051637-A0C5-487B-A44B-5B01A29D0740}"/>
          </ac:grpSpMkLst>
        </pc:grpChg>
        <pc:picChg chg="add mod">
          <ac:chgData name="Sanskar Bajimaya" userId="2c143f85-25c2-496b-b5c5-497cb2effaaf" providerId="ADAL" clId="{D85D364E-BB2A-40C3-8246-20271C28704F}" dt="2025-11-26T00:15:03.653" v="193" actId="26606"/>
          <ac:picMkLst>
            <pc:docMk/>
            <pc:sldMk cId="3127358802" sldId="265"/>
            <ac:picMk id="5" creationId="{3CE51328-C52F-1E6C-1372-1F6A3DFC59C6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0:20:37.738" v="235" actId="113"/>
        <pc:sldMkLst>
          <pc:docMk/>
          <pc:sldMk cId="888642454" sldId="266"/>
        </pc:sldMkLst>
        <pc:spChg chg="mod">
          <ac:chgData name="Sanskar Bajimaya" userId="2c143f85-25c2-496b-b5c5-497cb2effaaf" providerId="ADAL" clId="{D85D364E-BB2A-40C3-8246-20271C28704F}" dt="2025-11-26T00:18:15.087" v="224" actId="26606"/>
          <ac:spMkLst>
            <pc:docMk/>
            <pc:sldMk cId="888642454" sldId="266"/>
            <ac:spMk id="2" creationId="{D4EF336D-D9B8-8DD9-8CA1-2901BA9A5739}"/>
          </ac:spMkLst>
        </pc:spChg>
        <pc:spChg chg="add del mod ord">
          <ac:chgData name="Sanskar Bajimaya" userId="2c143f85-25c2-496b-b5c5-497cb2effaaf" providerId="ADAL" clId="{D85D364E-BB2A-40C3-8246-20271C28704F}" dt="2025-11-26T00:20:37.738" v="235" actId="113"/>
          <ac:spMkLst>
            <pc:docMk/>
            <pc:sldMk cId="888642454" sldId="266"/>
            <ac:spMk id="3" creationId="{78D6BA41-9DCC-48BB-E4CE-8632DF380FAB}"/>
          </ac:spMkLst>
        </pc:spChg>
        <pc:spChg chg="add mod">
          <ac:chgData name="Sanskar Bajimaya" userId="2c143f85-25c2-496b-b5c5-497cb2effaaf" providerId="ADAL" clId="{D85D364E-BB2A-40C3-8246-20271C28704F}" dt="2025-11-26T00:17:23.151" v="199"/>
          <ac:spMkLst>
            <pc:docMk/>
            <pc:sldMk cId="888642454" sldId="266"/>
            <ac:spMk id="4" creationId="{824394BA-98E1-9C01-EBA2-059B65B8DEE3}"/>
          </ac:spMkLst>
        </pc:spChg>
        <pc:spChg chg="add">
          <ac:chgData name="Sanskar Bajimaya" userId="2c143f85-25c2-496b-b5c5-497cb2effaaf" providerId="ADAL" clId="{D85D364E-BB2A-40C3-8246-20271C28704F}" dt="2025-11-26T00:18:15.087" v="224" actId="26606"/>
          <ac:spMkLst>
            <pc:docMk/>
            <pc:sldMk cId="888642454" sldId="266"/>
            <ac:spMk id="13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18:15.087" v="224" actId="26606"/>
          <ac:spMkLst>
            <pc:docMk/>
            <pc:sldMk cId="888642454" sldId="266"/>
            <ac:spMk id="15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18:15.087" v="224" actId="26606"/>
          <ac:grpSpMkLst>
            <pc:docMk/>
            <pc:sldMk cId="888642454" sldId="266"/>
            <ac:grpSpMk id="17" creationId="{6535CA0C-12DF-4D39-A308-5830770D22B6}"/>
          </ac:grpSpMkLst>
        </pc:grpChg>
        <pc:picChg chg="add mod">
          <ac:chgData name="Sanskar Bajimaya" userId="2c143f85-25c2-496b-b5c5-497cb2effaaf" providerId="ADAL" clId="{D85D364E-BB2A-40C3-8246-20271C28704F}" dt="2025-11-26T00:18:31.468" v="225" actId="14100"/>
          <ac:picMkLst>
            <pc:docMk/>
            <pc:sldMk cId="888642454" sldId="266"/>
            <ac:picMk id="6" creationId="{808AD3DA-BF14-006A-D907-FC9153433184}"/>
          </ac:picMkLst>
        </pc:picChg>
        <pc:picChg chg="add mod">
          <ac:chgData name="Sanskar Bajimaya" userId="2c143f85-25c2-496b-b5c5-497cb2effaaf" providerId="ADAL" clId="{D85D364E-BB2A-40C3-8246-20271C28704F}" dt="2025-11-26T00:18:53.653" v="228" actId="1076"/>
          <ac:picMkLst>
            <pc:docMk/>
            <pc:sldMk cId="888642454" sldId="266"/>
            <ac:picMk id="8" creationId="{C7C2B69A-DEC4-66A7-2DB9-1147FF442853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0:22:23.985" v="252" actId="26606"/>
        <pc:sldMkLst>
          <pc:docMk/>
          <pc:sldMk cId="1292993762" sldId="267"/>
        </pc:sldMkLst>
        <pc:spChg chg="mo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2" creationId="{9EE6BE43-F0BB-1F7A-86BC-4DFFD106113F}"/>
          </ac:spMkLst>
        </pc:spChg>
        <pc:spChg chg="add del mo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3" creationId="{12EF4366-E0DC-E8EE-E217-EF81FE5AEC63}"/>
          </ac:spMkLst>
        </pc:spChg>
        <pc:spChg chg="add mod">
          <ac:chgData name="Sanskar Bajimaya" userId="2c143f85-25c2-496b-b5c5-497cb2effaaf" providerId="ADAL" clId="{D85D364E-BB2A-40C3-8246-20271C28704F}" dt="2025-11-26T00:21:21.042" v="239"/>
          <ac:spMkLst>
            <pc:docMk/>
            <pc:sldMk cId="1292993762" sldId="267"/>
            <ac:spMk id="4" creationId="{5E4D71A3-543F-4271-D350-E1ECB8E1D614}"/>
          </ac:spMkLst>
        </pc:spChg>
        <pc:spChg chg="ad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11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13" creationId="{CDFF45EF-8068-49B8-AFAE-404F6EB18882}"/>
          </ac:spMkLst>
        </pc:spChg>
        <pc:spChg chg="ad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15" creationId="{D43C1A1E-DA50-4210-9A1D-5437CBFEFFEB}"/>
          </ac:spMkLst>
        </pc:spChg>
        <pc:spChg chg="ad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17" creationId="{7691169A-6B21-4B1F-96DF-2BD6D6BA0B14}"/>
          </ac:spMkLst>
        </pc:spChg>
        <pc:spChg chg="add">
          <ac:chgData name="Sanskar Bajimaya" userId="2c143f85-25c2-496b-b5c5-497cb2effaaf" providerId="ADAL" clId="{D85D364E-BB2A-40C3-8246-20271C28704F}" dt="2025-11-26T00:22:23.985" v="252" actId="26606"/>
          <ac:spMkLst>
            <pc:docMk/>
            <pc:sldMk cId="1292993762" sldId="267"/>
            <ac:spMk id="19" creationId="{AFF485D7-DE5D-47EE-8B37-15E9B77B35A7}"/>
          </ac:spMkLst>
        </pc:spChg>
        <pc:picChg chg="add mod">
          <ac:chgData name="Sanskar Bajimaya" userId="2c143f85-25c2-496b-b5c5-497cb2effaaf" providerId="ADAL" clId="{D85D364E-BB2A-40C3-8246-20271C28704F}" dt="2025-11-26T00:22:23.985" v="252" actId="26606"/>
          <ac:picMkLst>
            <pc:docMk/>
            <pc:sldMk cId="1292993762" sldId="267"/>
            <ac:picMk id="6" creationId="{DE48291F-F71C-3CE7-578A-3B924601731D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0:32:59.858" v="318" actId="20577"/>
        <pc:sldMkLst>
          <pc:docMk/>
          <pc:sldMk cId="1431782044" sldId="268"/>
        </pc:sldMkLst>
        <pc:spChg chg="mod">
          <ac:chgData name="Sanskar Bajimaya" userId="2c143f85-25c2-496b-b5c5-497cb2effaaf" providerId="ADAL" clId="{D85D364E-BB2A-40C3-8246-20271C28704F}" dt="2025-11-26T00:26:44.764" v="261" actId="26606"/>
          <ac:spMkLst>
            <pc:docMk/>
            <pc:sldMk cId="1431782044" sldId="268"/>
            <ac:spMk id="2" creationId="{6370A8EB-A151-FC4D-461D-1B307CB27D70}"/>
          </ac:spMkLst>
        </pc:spChg>
        <pc:spChg chg="del">
          <ac:chgData name="Sanskar Bajimaya" userId="2c143f85-25c2-496b-b5c5-497cb2effaaf" providerId="ADAL" clId="{D85D364E-BB2A-40C3-8246-20271C28704F}" dt="2025-11-26T00:23:01.280" v="255"/>
          <ac:spMkLst>
            <pc:docMk/>
            <pc:sldMk cId="1431782044" sldId="268"/>
            <ac:spMk id="3" creationId="{AA2DB536-46AA-4373-3D47-F1FFA4C10E3A}"/>
          </ac:spMkLst>
        </pc:spChg>
        <pc:spChg chg="add del mod">
          <ac:chgData name="Sanskar Bajimaya" userId="2c143f85-25c2-496b-b5c5-497cb2effaaf" providerId="ADAL" clId="{D85D364E-BB2A-40C3-8246-20271C28704F}" dt="2025-11-26T00:26:44.764" v="261" actId="26606"/>
          <ac:spMkLst>
            <pc:docMk/>
            <pc:sldMk cId="1431782044" sldId="268"/>
            <ac:spMk id="4" creationId="{5599D195-50AE-E996-D8E3-861EBE07E809}"/>
          </ac:spMkLst>
        </pc:spChg>
        <pc:spChg chg="add del">
          <ac:chgData name="Sanskar Bajimaya" userId="2c143f85-25c2-496b-b5c5-497cb2effaaf" providerId="ADAL" clId="{D85D364E-BB2A-40C3-8246-20271C28704F}" dt="2025-11-26T00:26:41.578" v="258" actId="26606"/>
          <ac:spMkLst>
            <pc:docMk/>
            <pc:sldMk cId="1431782044" sldId="268"/>
            <ac:spMk id="10" creationId="{25AD4A59-91FA-4E30-8F32-A8AB51F768C6}"/>
          </ac:spMkLst>
        </pc:spChg>
        <pc:spChg chg="add del">
          <ac:chgData name="Sanskar Bajimaya" userId="2c143f85-25c2-496b-b5c5-497cb2effaaf" providerId="ADAL" clId="{D85D364E-BB2A-40C3-8246-20271C28704F}" dt="2025-11-26T00:26:41.578" v="258" actId="26606"/>
          <ac:spMkLst>
            <pc:docMk/>
            <pc:sldMk cId="1431782044" sldId="268"/>
            <ac:spMk id="12" creationId="{CDFF45EF-8068-49B8-AFAE-404F6EB18882}"/>
          </ac:spMkLst>
        </pc:spChg>
        <pc:spChg chg="add del">
          <ac:chgData name="Sanskar Bajimaya" userId="2c143f85-25c2-496b-b5c5-497cb2effaaf" providerId="ADAL" clId="{D85D364E-BB2A-40C3-8246-20271C28704F}" dt="2025-11-26T00:26:44.748" v="260" actId="26606"/>
          <ac:spMkLst>
            <pc:docMk/>
            <pc:sldMk cId="1431782044" sldId="268"/>
            <ac:spMk id="19" creationId="{25AD4A59-91FA-4E30-8F32-A8AB51F768C6}"/>
          </ac:spMkLst>
        </pc:spChg>
        <pc:spChg chg="add del">
          <ac:chgData name="Sanskar Bajimaya" userId="2c143f85-25c2-496b-b5c5-497cb2effaaf" providerId="ADAL" clId="{D85D364E-BB2A-40C3-8246-20271C28704F}" dt="2025-11-26T00:26:44.748" v="260" actId="26606"/>
          <ac:spMkLst>
            <pc:docMk/>
            <pc:sldMk cId="1431782044" sldId="268"/>
            <ac:spMk id="20" creationId="{CDFF45EF-8068-49B8-AFAE-404F6EB18882}"/>
          </ac:spMkLst>
        </pc:spChg>
        <pc:spChg chg="add">
          <ac:chgData name="Sanskar Bajimaya" userId="2c143f85-25c2-496b-b5c5-497cb2effaaf" providerId="ADAL" clId="{D85D364E-BB2A-40C3-8246-20271C28704F}" dt="2025-11-26T00:26:44.764" v="261" actId="26606"/>
          <ac:spMkLst>
            <pc:docMk/>
            <pc:sldMk cId="1431782044" sldId="268"/>
            <ac:spMk id="27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26:44.764" v="261" actId="26606"/>
          <ac:spMkLst>
            <pc:docMk/>
            <pc:sldMk cId="1431782044" sldId="268"/>
            <ac:spMk id="28" creationId="{CDFF45EF-8068-49B8-AFAE-404F6EB18882}"/>
          </ac:spMkLst>
        </pc:spChg>
        <pc:grpChg chg="add del">
          <ac:chgData name="Sanskar Bajimaya" userId="2c143f85-25c2-496b-b5c5-497cb2effaaf" providerId="ADAL" clId="{D85D364E-BB2A-40C3-8246-20271C28704F}" dt="2025-11-26T00:26:41.578" v="258" actId="26606"/>
          <ac:grpSpMkLst>
            <pc:docMk/>
            <pc:sldMk cId="1431782044" sldId="268"/>
            <ac:grpSpMk id="14" creationId="{8A11C422-3F99-4233-96BD-FD12C943EAC1}"/>
          </ac:grpSpMkLst>
        </pc:grpChg>
        <pc:grpChg chg="add del">
          <ac:chgData name="Sanskar Bajimaya" userId="2c143f85-25c2-496b-b5c5-497cb2effaaf" providerId="ADAL" clId="{D85D364E-BB2A-40C3-8246-20271C28704F}" dt="2025-11-26T00:26:44.748" v="260" actId="26606"/>
          <ac:grpSpMkLst>
            <pc:docMk/>
            <pc:sldMk cId="1431782044" sldId="268"/>
            <ac:grpSpMk id="21" creationId="{C80F1402-11C5-4156-920F-A1D996B47D22}"/>
          </ac:grpSpMkLst>
        </pc:grpChg>
        <pc:grpChg chg="add">
          <ac:chgData name="Sanskar Bajimaya" userId="2c143f85-25c2-496b-b5c5-497cb2effaaf" providerId="ADAL" clId="{D85D364E-BB2A-40C3-8246-20271C28704F}" dt="2025-11-26T00:26:44.764" v="261" actId="26606"/>
          <ac:grpSpMkLst>
            <pc:docMk/>
            <pc:sldMk cId="1431782044" sldId="268"/>
            <ac:grpSpMk id="29" creationId="{AE3A99C6-0751-4B61-9F8C-D587C7668258}"/>
          </ac:grpSpMkLst>
        </pc:grpChg>
        <pc:graphicFrameChg chg="add del">
          <ac:chgData name="Sanskar Bajimaya" userId="2c143f85-25c2-496b-b5c5-497cb2effaaf" providerId="ADAL" clId="{D85D364E-BB2A-40C3-8246-20271C28704F}" dt="2025-11-26T00:26:41.578" v="258" actId="26606"/>
          <ac:graphicFrameMkLst>
            <pc:docMk/>
            <pc:sldMk cId="1431782044" sldId="268"/>
            <ac:graphicFrameMk id="6" creationId="{25F93679-F03E-4E6B-B876-E82D46C1E6E5}"/>
          </ac:graphicFrameMkLst>
        </pc:graphicFrameChg>
        <pc:graphicFrameChg chg="add del">
          <ac:chgData name="Sanskar Bajimaya" userId="2c143f85-25c2-496b-b5c5-497cb2effaaf" providerId="ADAL" clId="{D85D364E-BB2A-40C3-8246-20271C28704F}" dt="2025-11-26T00:26:44.748" v="260" actId="26606"/>
          <ac:graphicFrameMkLst>
            <pc:docMk/>
            <pc:sldMk cId="1431782044" sldId="268"/>
            <ac:graphicFrameMk id="25" creationId="{0E6D7E2C-3EAF-8F10-68A5-55F37CD384BE}"/>
          </ac:graphicFrameMkLst>
        </pc:graphicFrameChg>
        <pc:graphicFrameChg chg="add mod modGraphic">
          <ac:chgData name="Sanskar Bajimaya" userId="2c143f85-25c2-496b-b5c5-497cb2effaaf" providerId="ADAL" clId="{D85D364E-BB2A-40C3-8246-20271C28704F}" dt="2025-11-26T00:32:59.858" v="318" actId="20577"/>
          <ac:graphicFrameMkLst>
            <pc:docMk/>
            <pc:sldMk cId="1431782044" sldId="268"/>
            <ac:graphicFrameMk id="30" creationId="{FD034D35-2594-CF00-9AD5-6917EC1EF84A}"/>
          </ac:graphicFrameMkLst>
        </pc:graphicFrameChg>
      </pc:sldChg>
      <pc:sldChg chg="addSp delSp modSp new mod">
        <pc:chgData name="Sanskar Bajimaya" userId="2c143f85-25c2-496b-b5c5-497cb2effaaf" providerId="ADAL" clId="{D85D364E-BB2A-40C3-8246-20271C28704F}" dt="2025-11-26T17:04:34.712" v="572" actId="113"/>
        <pc:sldMkLst>
          <pc:docMk/>
          <pc:sldMk cId="489511891" sldId="269"/>
        </pc:sldMkLst>
        <pc:spChg chg="mod">
          <ac:chgData name="Sanskar Bajimaya" userId="2c143f85-25c2-496b-b5c5-497cb2effaaf" providerId="ADAL" clId="{D85D364E-BB2A-40C3-8246-20271C28704F}" dt="2025-11-26T00:41:03.183" v="320"/>
          <ac:spMkLst>
            <pc:docMk/>
            <pc:sldMk cId="489511891" sldId="269"/>
            <ac:spMk id="2" creationId="{4D17F3D7-7109-62CB-1529-CB6521772B2C}"/>
          </ac:spMkLst>
        </pc:spChg>
        <pc:spChg chg="add del">
          <ac:chgData name="Sanskar Bajimaya" userId="2c143f85-25c2-496b-b5c5-497cb2effaaf" providerId="ADAL" clId="{D85D364E-BB2A-40C3-8246-20271C28704F}" dt="2025-11-26T00:41:36.850" v="323" actId="3680"/>
          <ac:spMkLst>
            <pc:docMk/>
            <pc:sldMk cId="489511891" sldId="269"/>
            <ac:spMk id="3" creationId="{5B6DA475-EA16-DC5D-0C99-60692BE913CE}"/>
          </ac:spMkLst>
        </pc:spChg>
        <pc:graphicFrameChg chg="add del mod ord modGraphic">
          <ac:chgData name="Sanskar Bajimaya" userId="2c143f85-25c2-496b-b5c5-497cb2effaaf" providerId="ADAL" clId="{D85D364E-BB2A-40C3-8246-20271C28704F}" dt="2025-11-26T00:41:30.193" v="322" actId="3680"/>
          <ac:graphicFrameMkLst>
            <pc:docMk/>
            <pc:sldMk cId="489511891" sldId="269"/>
            <ac:graphicFrameMk id="4" creationId="{DAA80A46-7341-E3DE-AF85-D22E8CEA9994}"/>
          </ac:graphicFrameMkLst>
        </pc:graphicFrameChg>
        <pc:graphicFrameChg chg="add mod ord modGraphic">
          <ac:chgData name="Sanskar Bajimaya" userId="2c143f85-25c2-496b-b5c5-497cb2effaaf" providerId="ADAL" clId="{D85D364E-BB2A-40C3-8246-20271C28704F}" dt="2025-11-26T17:04:34.712" v="572" actId="113"/>
          <ac:graphicFrameMkLst>
            <pc:docMk/>
            <pc:sldMk cId="489511891" sldId="269"/>
            <ac:graphicFrameMk id="5" creationId="{F5206CD3-6653-6527-A686-7BE366C110C5}"/>
          </ac:graphicFrameMkLst>
        </pc:graphicFrameChg>
        <pc:picChg chg="add del mod">
          <ac:chgData name="Sanskar Bajimaya" userId="2c143f85-25c2-496b-b5c5-497cb2effaaf" providerId="ADAL" clId="{D85D364E-BB2A-40C3-8246-20271C28704F}" dt="2025-11-26T00:48:02.147" v="393" actId="21"/>
          <ac:picMkLst>
            <pc:docMk/>
            <pc:sldMk cId="489511891" sldId="269"/>
            <ac:picMk id="7" creationId="{D759AE28-5617-AFA0-1FEB-67B0682834F4}"/>
          </ac:picMkLst>
        </pc:picChg>
        <pc:picChg chg="add mod">
          <ac:chgData name="Sanskar Bajimaya" userId="2c143f85-25c2-496b-b5c5-497cb2effaaf" providerId="ADAL" clId="{D85D364E-BB2A-40C3-8246-20271C28704F}" dt="2025-11-26T00:51:24.538" v="430" actId="1076"/>
          <ac:picMkLst>
            <pc:docMk/>
            <pc:sldMk cId="489511891" sldId="269"/>
            <ac:picMk id="8" creationId="{D759AE28-5617-AFA0-1FEB-67B0682834F4}"/>
          </ac:picMkLst>
        </pc:picChg>
        <pc:picChg chg="add mod">
          <ac:chgData name="Sanskar Bajimaya" userId="2c143f85-25c2-496b-b5c5-497cb2effaaf" providerId="ADAL" clId="{D85D364E-BB2A-40C3-8246-20271C28704F}" dt="2025-11-26T00:51:22.311" v="429" actId="1076"/>
          <ac:picMkLst>
            <pc:docMk/>
            <pc:sldMk cId="489511891" sldId="269"/>
            <ac:picMk id="10" creationId="{213E2BF5-68A5-77D0-6A54-136C8668B2B1}"/>
          </ac:picMkLst>
        </pc:picChg>
        <pc:picChg chg="add mod">
          <ac:chgData name="Sanskar Bajimaya" userId="2c143f85-25c2-496b-b5c5-497cb2effaaf" providerId="ADAL" clId="{D85D364E-BB2A-40C3-8246-20271C28704F}" dt="2025-11-26T00:51:27.058" v="431" actId="1076"/>
          <ac:picMkLst>
            <pc:docMk/>
            <pc:sldMk cId="489511891" sldId="269"/>
            <ac:picMk id="12" creationId="{067778BA-565D-7B70-FA7C-7DFEA8934B7D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0:53:42.565" v="450" actId="14100"/>
        <pc:sldMkLst>
          <pc:docMk/>
          <pc:sldMk cId="1049586060" sldId="270"/>
        </pc:sldMkLst>
        <pc:spChg chg="mod">
          <ac:chgData name="Sanskar Bajimaya" userId="2c143f85-25c2-496b-b5c5-497cb2effaaf" providerId="ADAL" clId="{D85D364E-BB2A-40C3-8246-20271C28704F}" dt="2025-11-26T00:53:27.089" v="446" actId="26606"/>
          <ac:spMkLst>
            <pc:docMk/>
            <pc:sldMk cId="1049586060" sldId="270"/>
            <ac:spMk id="2" creationId="{C7F82A23-53A4-C2E5-5A38-FA731FEA4C8D}"/>
          </ac:spMkLst>
        </pc:spChg>
        <pc:spChg chg="add del mod ord">
          <ac:chgData name="Sanskar Bajimaya" userId="2c143f85-25c2-496b-b5c5-497cb2effaaf" providerId="ADAL" clId="{D85D364E-BB2A-40C3-8246-20271C28704F}" dt="2025-11-26T00:53:27.089" v="446" actId="26606"/>
          <ac:spMkLst>
            <pc:docMk/>
            <pc:sldMk cId="1049586060" sldId="270"/>
            <ac:spMk id="3" creationId="{A5A42C49-9E97-9221-6C96-7077FB358273}"/>
          </ac:spMkLst>
        </pc:spChg>
        <pc:spChg chg="add mod">
          <ac:chgData name="Sanskar Bajimaya" userId="2c143f85-25c2-496b-b5c5-497cb2effaaf" providerId="ADAL" clId="{D85D364E-BB2A-40C3-8246-20271C28704F}" dt="2025-11-26T00:52:43.450" v="438"/>
          <ac:spMkLst>
            <pc:docMk/>
            <pc:sldMk cId="1049586060" sldId="270"/>
            <ac:spMk id="4" creationId="{489A01BA-FF38-D81F-28B9-4D8FED5D16C0}"/>
          </ac:spMkLst>
        </pc:spChg>
        <pc:spChg chg="add">
          <ac:chgData name="Sanskar Bajimaya" userId="2c143f85-25c2-496b-b5c5-497cb2effaaf" providerId="ADAL" clId="{D85D364E-BB2A-40C3-8246-20271C28704F}" dt="2025-11-26T00:53:27.089" v="446" actId="26606"/>
          <ac:spMkLst>
            <pc:docMk/>
            <pc:sldMk cId="1049586060" sldId="270"/>
            <ac:spMk id="12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53:27.089" v="446" actId="26606"/>
          <ac:spMkLst>
            <pc:docMk/>
            <pc:sldMk cId="1049586060" sldId="270"/>
            <ac:spMk id="14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53:27.089" v="446" actId="26606"/>
          <ac:grpSpMkLst>
            <pc:docMk/>
            <pc:sldMk cId="1049586060" sldId="270"/>
            <ac:grpSpMk id="16" creationId="{6535CA0C-12DF-4D39-A308-5830770D22B6}"/>
          </ac:grpSpMkLst>
        </pc:grpChg>
        <pc:graphicFrameChg chg="add mod modGraphic">
          <ac:chgData name="Sanskar Bajimaya" userId="2c143f85-25c2-496b-b5c5-497cb2effaaf" providerId="ADAL" clId="{D85D364E-BB2A-40C3-8246-20271C28704F}" dt="2025-11-26T00:53:42.565" v="450" actId="14100"/>
          <ac:graphicFrameMkLst>
            <pc:docMk/>
            <pc:sldMk cId="1049586060" sldId="270"/>
            <ac:graphicFrameMk id="7" creationId="{B3E7EE5A-F6D3-C249-328D-6B27D759EFF6}"/>
          </ac:graphicFrameMkLst>
        </pc:graphicFrameChg>
        <pc:picChg chg="add mod">
          <ac:chgData name="Sanskar Bajimaya" userId="2c143f85-25c2-496b-b5c5-497cb2effaaf" providerId="ADAL" clId="{D85D364E-BB2A-40C3-8246-20271C28704F}" dt="2025-11-26T00:53:36.318" v="448" actId="14100"/>
          <ac:picMkLst>
            <pc:docMk/>
            <pc:sldMk cId="1049586060" sldId="270"/>
            <ac:picMk id="6" creationId="{84F6A562-1E32-3156-08E5-FDD3C21A3E22}"/>
          </ac:picMkLst>
        </pc:picChg>
      </pc:sldChg>
      <pc:sldChg chg="new del">
        <pc:chgData name="Sanskar Bajimaya" userId="2c143f85-25c2-496b-b5c5-497cb2effaaf" providerId="ADAL" clId="{D85D364E-BB2A-40C3-8246-20271C28704F}" dt="2025-11-26T00:51:47.765" v="434" actId="47"/>
        <pc:sldMkLst>
          <pc:docMk/>
          <pc:sldMk cId="2740730862" sldId="270"/>
        </pc:sldMkLst>
      </pc:sldChg>
      <pc:sldChg chg="addSp delSp modSp new mod setBg">
        <pc:chgData name="Sanskar Bajimaya" userId="2c143f85-25c2-496b-b5c5-497cb2effaaf" providerId="ADAL" clId="{D85D364E-BB2A-40C3-8246-20271C28704F}" dt="2025-11-26T00:54:59.935" v="460" actId="26606"/>
        <pc:sldMkLst>
          <pc:docMk/>
          <pc:sldMk cId="1990555663" sldId="271"/>
        </pc:sldMkLst>
        <pc:spChg chg="mod">
          <ac:chgData name="Sanskar Bajimaya" userId="2c143f85-25c2-496b-b5c5-497cb2effaaf" providerId="ADAL" clId="{D85D364E-BB2A-40C3-8246-20271C28704F}" dt="2025-11-26T00:54:59.935" v="460" actId="26606"/>
          <ac:spMkLst>
            <pc:docMk/>
            <pc:sldMk cId="1990555663" sldId="271"/>
            <ac:spMk id="2" creationId="{91B3DDED-0C1E-C3F3-0ED2-1A653A757D2F}"/>
          </ac:spMkLst>
        </pc:spChg>
        <pc:spChg chg="add del mod">
          <ac:chgData name="Sanskar Bajimaya" userId="2c143f85-25c2-496b-b5c5-497cb2effaaf" providerId="ADAL" clId="{D85D364E-BB2A-40C3-8246-20271C28704F}" dt="2025-11-26T00:54:59.935" v="460" actId="26606"/>
          <ac:spMkLst>
            <pc:docMk/>
            <pc:sldMk cId="1990555663" sldId="271"/>
            <ac:spMk id="3" creationId="{0BEAA9D2-464E-9939-7DB5-0F90E1345360}"/>
          </ac:spMkLst>
        </pc:spChg>
        <pc:spChg chg="add mod">
          <ac:chgData name="Sanskar Bajimaya" userId="2c143f85-25c2-496b-b5c5-497cb2effaaf" providerId="ADAL" clId="{D85D364E-BB2A-40C3-8246-20271C28704F}" dt="2025-11-26T00:54:26.541" v="454"/>
          <ac:spMkLst>
            <pc:docMk/>
            <pc:sldMk cId="1990555663" sldId="271"/>
            <ac:spMk id="4" creationId="{E4A234CD-2133-2D9D-B552-10C01E5EF353}"/>
          </ac:spMkLst>
        </pc:spChg>
        <pc:spChg chg="add">
          <ac:chgData name="Sanskar Bajimaya" userId="2c143f85-25c2-496b-b5c5-497cb2effaaf" providerId="ADAL" clId="{D85D364E-BB2A-40C3-8246-20271C28704F}" dt="2025-11-26T00:54:59.935" v="460" actId="26606"/>
          <ac:spMkLst>
            <pc:docMk/>
            <pc:sldMk cId="1990555663" sldId="271"/>
            <ac:spMk id="9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54:59.935" v="460" actId="26606"/>
          <ac:spMkLst>
            <pc:docMk/>
            <pc:sldMk cId="1990555663" sldId="271"/>
            <ac:spMk id="11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0:54:59.935" v="460" actId="26606"/>
          <ac:grpSpMkLst>
            <pc:docMk/>
            <pc:sldMk cId="1990555663" sldId="271"/>
            <ac:grpSpMk id="13" creationId="{2668F617-A865-44FB-B7FA-D3D82EB305A7}"/>
          </ac:grpSpMkLst>
        </pc:grpChg>
        <pc:graphicFrameChg chg="add">
          <ac:chgData name="Sanskar Bajimaya" userId="2c143f85-25c2-496b-b5c5-497cb2effaaf" providerId="ADAL" clId="{D85D364E-BB2A-40C3-8246-20271C28704F}" dt="2025-11-26T00:54:59.935" v="460" actId="26606"/>
          <ac:graphicFrameMkLst>
            <pc:docMk/>
            <pc:sldMk cId="1990555663" sldId="271"/>
            <ac:graphicFrameMk id="5" creationId="{B68B8445-23AC-9F84-F5DE-021CDC36AC0F}"/>
          </ac:graphicFrameMkLst>
        </pc:graphicFrameChg>
      </pc:sldChg>
      <pc:sldChg chg="addSp delSp modSp new mod setBg">
        <pc:chgData name="Sanskar Bajimaya" userId="2c143f85-25c2-496b-b5c5-497cb2effaaf" providerId="ADAL" clId="{D85D364E-BB2A-40C3-8246-20271C28704F}" dt="2025-11-26T01:00:06.081" v="523" actId="14100"/>
        <pc:sldMkLst>
          <pc:docMk/>
          <pc:sldMk cId="3638272225" sldId="272"/>
        </pc:sldMkLst>
        <pc:spChg chg="mod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2" creationId="{9FE12396-71CE-2990-8961-4C8CA068F7B1}"/>
          </ac:spMkLst>
        </pc:spChg>
        <pc:spChg chg="add del mod ord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3" creationId="{BD8F2F2E-157E-014D-2977-279AE23439F8}"/>
          </ac:spMkLst>
        </pc:spChg>
        <pc:spChg chg="add mod">
          <ac:chgData name="Sanskar Bajimaya" userId="2c143f85-25c2-496b-b5c5-497cb2effaaf" providerId="ADAL" clId="{D85D364E-BB2A-40C3-8246-20271C28704F}" dt="2025-11-26T00:55:47.818" v="464"/>
          <ac:spMkLst>
            <pc:docMk/>
            <pc:sldMk cId="3638272225" sldId="272"/>
            <ac:spMk id="4" creationId="{6AC84685-E41B-5E39-49DE-6497EA7C7F2B}"/>
          </ac:spMkLst>
        </pc:spChg>
        <pc:spChg chg="add del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13" creationId="{25AD4A59-91FA-4E30-8F32-A8AB51F768C6}"/>
          </ac:spMkLst>
        </pc:spChg>
        <pc:spChg chg="add del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15" creationId="{CDFF45EF-8068-49B8-AFAE-404F6EB18882}"/>
          </ac:spMkLst>
        </pc:spChg>
        <pc:spChg chg="add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24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0:59:50.830" v="518" actId="26606"/>
          <ac:spMkLst>
            <pc:docMk/>
            <pc:sldMk cId="3638272225" sldId="272"/>
            <ac:spMk id="26" creationId="{0F3C9656-30C3-43C6-95BA-9C8B5DA66C11}"/>
          </ac:spMkLst>
        </pc:spChg>
        <pc:grpChg chg="add del">
          <ac:chgData name="Sanskar Bajimaya" userId="2c143f85-25c2-496b-b5c5-497cb2effaaf" providerId="ADAL" clId="{D85D364E-BB2A-40C3-8246-20271C28704F}" dt="2025-11-26T00:59:50.830" v="518" actId="26606"/>
          <ac:grpSpMkLst>
            <pc:docMk/>
            <pc:sldMk cId="3638272225" sldId="272"/>
            <ac:grpSpMk id="17" creationId="{6535CA0C-12DF-4D39-A308-5830770D22B6}"/>
          </ac:grpSpMkLst>
        </pc:grpChg>
        <pc:grpChg chg="add">
          <ac:chgData name="Sanskar Bajimaya" userId="2c143f85-25c2-496b-b5c5-497cb2effaaf" providerId="ADAL" clId="{D85D364E-BB2A-40C3-8246-20271C28704F}" dt="2025-11-26T00:59:50.830" v="518" actId="26606"/>
          <ac:grpSpMkLst>
            <pc:docMk/>
            <pc:sldMk cId="3638272225" sldId="272"/>
            <ac:grpSpMk id="28" creationId="{4480FCF5-5308-46D2-ACB8-D32B121AE83C}"/>
          </ac:grpSpMkLst>
        </pc:grpChg>
        <pc:picChg chg="add mod ord">
          <ac:chgData name="Sanskar Bajimaya" userId="2c143f85-25c2-496b-b5c5-497cb2effaaf" providerId="ADAL" clId="{D85D364E-BB2A-40C3-8246-20271C28704F}" dt="2025-11-26T01:00:06.081" v="523" actId="14100"/>
          <ac:picMkLst>
            <pc:docMk/>
            <pc:sldMk cId="3638272225" sldId="272"/>
            <ac:picMk id="6" creationId="{8BD4DE2F-8C50-FC9B-8983-3F323F8E0862}"/>
          </ac:picMkLst>
        </pc:picChg>
        <pc:picChg chg="add del mod">
          <ac:chgData name="Sanskar Bajimaya" userId="2c143f85-25c2-496b-b5c5-497cb2effaaf" providerId="ADAL" clId="{D85D364E-BB2A-40C3-8246-20271C28704F}" dt="2025-11-26T00:59:45.017" v="517" actId="21"/>
          <ac:picMkLst>
            <pc:docMk/>
            <pc:sldMk cId="3638272225" sldId="272"/>
            <ac:picMk id="8" creationId="{D5AD0A20-F2B0-3D00-A9E1-D61C4FF6937E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1:01:30.697" v="533" actId="26606"/>
        <pc:sldMkLst>
          <pc:docMk/>
          <pc:sldMk cId="493259300" sldId="273"/>
        </pc:sldMkLst>
        <pc:spChg chg="mod">
          <ac:chgData name="Sanskar Bajimaya" userId="2c143f85-25c2-496b-b5c5-497cb2effaaf" providerId="ADAL" clId="{D85D364E-BB2A-40C3-8246-20271C28704F}" dt="2025-11-26T01:01:30.697" v="533" actId="26606"/>
          <ac:spMkLst>
            <pc:docMk/>
            <pc:sldMk cId="493259300" sldId="273"/>
            <ac:spMk id="2" creationId="{37D9099D-5348-8020-6B83-3087E3E46834}"/>
          </ac:spMkLst>
        </pc:spChg>
        <pc:spChg chg="del">
          <ac:chgData name="Sanskar Bajimaya" userId="2c143f85-25c2-496b-b5c5-497cb2effaaf" providerId="ADAL" clId="{D85D364E-BB2A-40C3-8246-20271C28704F}" dt="2025-11-26T01:00:49.611" v="526"/>
          <ac:spMkLst>
            <pc:docMk/>
            <pc:sldMk cId="493259300" sldId="273"/>
            <ac:spMk id="3" creationId="{2A06EBFD-1EAD-097A-F8A3-CF26E532621A}"/>
          </ac:spMkLst>
        </pc:spChg>
        <pc:spChg chg="add mod ord">
          <ac:chgData name="Sanskar Bajimaya" userId="2c143f85-25c2-496b-b5c5-497cb2effaaf" providerId="ADAL" clId="{D85D364E-BB2A-40C3-8246-20271C28704F}" dt="2025-11-26T01:01:30.697" v="533" actId="26606"/>
          <ac:spMkLst>
            <pc:docMk/>
            <pc:sldMk cId="493259300" sldId="273"/>
            <ac:spMk id="4" creationId="{485D3F78-7A06-3DB1-B573-B45F44806A19}"/>
          </ac:spMkLst>
        </pc:spChg>
        <pc:spChg chg="add">
          <ac:chgData name="Sanskar Bajimaya" userId="2c143f85-25c2-496b-b5c5-497cb2effaaf" providerId="ADAL" clId="{D85D364E-BB2A-40C3-8246-20271C28704F}" dt="2025-11-26T01:01:30.697" v="533" actId="26606"/>
          <ac:spMkLst>
            <pc:docMk/>
            <pc:sldMk cId="493259300" sldId="273"/>
            <ac:spMk id="13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1:01:30.697" v="533" actId="26606"/>
          <ac:spMkLst>
            <pc:docMk/>
            <pc:sldMk cId="493259300" sldId="273"/>
            <ac:spMk id="15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1:01:30.697" v="533" actId="26606"/>
          <ac:grpSpMkLst>
            <pc:docMk/>
            <pc:sldMk cId="493259300" sldId="273"/>
            <ac:grpSpMk id="17" creationId="{6535CA0C-12DF-4D39-A308-5830770D22B6}"/>
          </ac:grpSpMkLst>
        </pc:grpChg>
        <pc:picChg chg="add mod">
          <ac:chgData name="Sanskar Bajimaya" userId="2c143f85-25c2-496b-b5c5-497cb2effaaf" providerId="ADAL" clId="{D85D364E-BB2A-40C3-8246-20271C28704F}" dt="2025-11-26T01:01:30.697" v="533" actId="26606"/>
          <ac:picMkLst>
            <pc:docMk/>
            <pc:sldMk cId="493259300" sldId="273"/>
            <ac:picMk id="6" creationId="{4C6F2F3C-6972-3714-1A8C-F47C7B05C0F2}"/>
          </ac:picMkLst>
        </pc:picChg>
        <pc:picChg chg="add mod">
          <ac:chgData name="Sanskar Bajimaya" userId="2c143f85-25c2-496b-b5c5-497cb2effaaf" providerId="ADAL" clId="{D85D364E-BB2A-40C3-8246-20271C28704F}" dt="2025-11-26T01:01:30.697" v="533" actId="26606"/>
          <ac:picMkLst>
            <pc:docMk/>
            <pc:sldMk cId="493259300" sldId="273"/>
            <ac:picMk id="8" creationId="{DE8BE592-D82D-C07B-F25A-720A0F433651}"/>
          </ac:picMkLst>
        </pc:picChg>
      </pc:sldChg>
      <pc:sldChg chg="addSp delSp modSp new mod setBg">
        <pc:chgData name="Sanskar Bajimaya" userId="2c143f85-25c2-496b-b5c5-497cb2effaaf" providerId="ADAL" clId="{D85D364E-BB2A-40C3-8246-20271C28704F}" dt="2025-11-26T01:02:40.240" v="548" actId="20577"/>
        <pc:sldMkLst>
          <pc:docMk/>
          <pc:sldMk cId="2510465903" sldId="274"/>
        </pc:sldMkLst>
        <pc:spChg chg="mod">
          <ac:chgData name="Sanskar Bajimaya" userId="2c143f85-25c2-496b-b5c5-497cb2effaaf" providerId="ADAL" clId="{D85D364E-BB2A-40C3-8246-20271C28704F}" dt="2025-11-26T01:02:22.805" v="542" actId="26606"/>
          <ac:spMkLst>
            <pc:docMk/>
            <pc:sldMk cId="2510465903" sldId="274"/>
            <ac:spMk id="2" creationId="{AB2339E4-47CB-5D3A-028F-E9303E1B7E0B}"/>
          </ac:spMkLst>
        </pc:spChg>
        <pc:spChg chg="add del mod">
          <ac:chgData name="Sanskar Bajimaya" userId="2c143f85-25c2-496b-b5c5-497cb2effaaf" providerId="ADAL" clId="{D85D364E-BB2A-40C3-8246-20271C28704F}" dt="2025-11-26T01:02:22.805" v="542" actId="26606"/>
          <ac:spMkLst>
            <pc:docMk/>
            <pc:sldMk cId="2510465903" sldId="274"/>
            <ac:spMk id="3" creationId="{04E0B24C-32DB-1156-BFA7-A4B4852FC187}"/>
          </ac:spMkLst>
        </pc:spChg>
        <pc:spChg chg="add mod">
          <ac:chgData name="Sanskar Bajimaya" userId="2c143f85-25c2-496b-b5c5-497cb2effaaf" providerId="ADAL" clId="{D85D364E-BB2A-40C3-8246-20271C28704F}" dt="2025-11-26T01:02:05.742" v="537"/>
          <ac:spMkLst>
            <pc:docMk/>
            <pc:sldMk cId="2510465903" sldId="274"/>
            <ac:spMk id="4" creationId="{5B847304-3812-ECD7-2E61-85E9B4757B99}"/>
          </ac:spMkLst>
        </pc:spChg>
        <pc:spChg chg="add">
          <ac:chgData name="Sanskar Bajimaya" userId="2c143f85-25c2-496b-b5c5-497cb2effaaf" providerId="ADAL" clId="{D85D364E-BB2A-40C3-8246-20271C28704F}" dt="2025-11-26T01:02:22.805" v="542" actId="26606"/>
          <ac:spMkLst>
            <pc:docMk/>
            <pc:sldMk cId="2510465903" sldId="274"/>
            <ac:spMk id="9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1:02:22.805" v="542" actId="26606"/>
          <ac:spMkLst>
            <pc:docMk/>
            <pc:sldMk cId="2510465903" sldId="274"/>
            <ac:spMk id="11" creationId="{CDFF45EF-8068-49B8-AFAE-404F6EB18882}"/>
          </ac:spMkLst>
        </pc:spChg>
        <pc:grpChg chg="add">
          <ac:chgData name="Sanskar Bajimaya" userId="2c143f85-25c2-496b-b5c5-497cb2effaaf" providerId="ADAL" clId="{D85D364E-BB2A-40C3-8246-20271C28704F}" dt="2025-11-26T01:02:22.805" v="542" actId="26606"/>
          <ac:grpSpMkLst>
            <pc:docMk/>
            <pc:sldMk cId="2510465903" sldId="274"/>
            <ac:grpSpMk id="13" creationId="{978C0019-8CE2-42AB-B006-9860B43B8B7F}"/>
          </ac:grpSpMkLst>
        </pc:grpChg>
        <pc:graphicFrameChg chg="add mod modGraphic">
          <ac:chgData name="Sanskar Bajimaya" userId="2c143f85-25c2-496b-b5c5-497cb2effaaf" providerId="ADAL" clId="{D85D364E-BB2A-40C3-8246-20271C28704F}" dt="2025-11-26T01:02:40.240" v="548" actId="20577"/>
          <ac:graphicFrameMkLst>
            <pc:docMk/>
            <pc:sldMk cId="2510465903" sldId="274"/>
            <ac:graphicFrameMk id="5" creationId="{B108F51E-F2E0-C3E2-6173-D364E72EFD8E}"/>
          </ac:graphicFrameMkLst>
        </pc:graphicFrameChg>
      </pc:sldChg>
      <pc:sldChg chg="addSp delSp modSp new mod setBg">
        <pc:chgData name="Sanskar Bajimaya" userId="2c143f85-25c2-496b-b5c5-497cb2effaaf" providerId="ADAL" clId="{D85D364E-BB2A-40C3-8246-20271C28704F}" dt="2025-11-26T01:03:56.724" v="570" actId="26606"/>
        <pc:sldMkLst>
          <pc:docMk/>
          <pc:sldMk cId="2082095654" sldId="275"/>
        </pc:sldMkLst>
        <pc:spChg chg="mod">
          <ac:chgData name="Sanskar Bajimaya" userId="2c143f85-25c2-496b-b5c5-497cb2effaaf" providerId="ADAL" clId="{D85D364E-BB2A-40C3-8246-20271C28704F}" dt="2025-11-26T01:03:56.724" v="570" actId="26606"/>
          <ac:spMkLst>
            <pc:docMk/>
            <pc:sldMk cId="2082095654" sldId="275"/>
            <ac:spMk id="2" creationId="{58664D22-C327-1585-8BFE-8FAC5C76D42C}"/>
          </ac:spMkLst>
        </pc:spChg>
        <pc:spChg chg="add del mod">
          <ac:chgData name="Sanskar Bajimaya" userId="2c143f85-25c2-496b-b5c5-497cb2effaaf" providerId="ADAL" clId="{D85D364E-BB2A-40C3-8246-20271C28704F}" dt="2025-11-26T01:03:56.724" v="570" actId="26606"/>
          <ac:spMkLst>
            <pc:docMk/>
            <pc:sldMk cId="2082095654" sldId="275"/>
            <ac:spMk id="3" creationId="{27E8D8C0-B827-CCFB-0206-D3826CAE7A15}"/>
          </ac:spMkLst>
        </pc:spChg>
        <pc:spChg chg="add mod">
          <ac:chgData name="Sanskar Bajimaya" userId="2c143f85-25c2-496b-b5c5-497cb2effaaf" providerId="ADAL" clId="{D85D364E-BB2A-40C3-8246-20271C28704F}" dt="2025-11-26T01:03:07.497" v="552"/>
          <ac:spMkLst>
            <pc:docMk/>
            <pc:sldMk cId="2082095654" sldId="275"/>
            <ac:spMk id="4" creationId="{554DD7B8-4FB0-9ECE-55B0-B8CCDDF356A3}"/>
          </ac:spMkLst>
        </pc:spChg>
        <pc:spChg chg="add del">
          <ac:chgData name="Sanskar Bajimaya" userId="2c143f85-25c2-496b-b5c5-497cb2effaaf" providerId="ADAL" clId="{D85D364E-BB2A-40C3-8246-20271C28704F}" dt="2025-11-26T01:03:56.707" v="569" actId="26606"/>
          <ac:spMkLst>
            <pc:docMk/>
            <pc:sldMk cId="2082095654" sldId="275"/>
            <ac:spMk id="9" creationId="{25AD4A59-91FA-4E30-8F32-A8AB51F768C6}"/>
          </ac:spMkLst>
        </pc:spChg>
        <pc:spChg chg="add del">
          <ac:chgData name="Sanskar Bajimaya" userId="2c143f85-25c2-496b-b5c5-497cb2effaaf" providerId="ADAL" clId="{D85D364E-BB2A-40C3-8246-20271C28704F}" dt="2025-11-26T01:03:56.707" v="569" actId="26606"/>
          <ac:spMkLst>
            <pc:docMk/>
            <pc:sldMk cId="2082095654" sldId="275"/>
            <ac:spMk id="11" creationId="{CDFF45EF-8068-49B8-AFAE-404F6EB18882}"/>
          </ac:spMkLst>
        </pc:spChg>
        <pc:spChg chg="add">
          <ac:chgData name="Sanskar Bajimaya" userId="2c143f85-25c2-496b-b5c5-497cb2effaaf" providerId="ADAL" clId="{D85D364E-BB2A-40C3-8246-20271C28704F}" dt="2025-11-26T01:03:56.724" v="570" actId="26606"/>
          <ac:spMkLst>
            <pc:docMk/>
            <pc:sldMk cId="2082095654" sldId="275"/>
            <ac:spMk id="18" creationId="{25AD4A59-91FA-4E30-8F32-A8AB51F768C6}"/>
          </ac:spMkLst>
        </pc:spChg>
        <pc:spChg chg="add">
          <ac:chgData name="Sanskar Bajimaya" userId="2c143f85-25c2-496b-b5c5-497cb2effaaf" providerId="ADAL" clId="{D85D364E-BB2A-40C3-8246-20271C28704F}" dt="2025-11-26T01:03:56.724" v="570" actId="26606"/>
          <ac:spMkLst>
            <pc:docMk/>
            <pc:sldMk cId="2082095654" sldId="275"/>
            <ac:spMk id="19" creationId="{CDFF45EF-8068-49B8-AFAE-404F6EB18882}"/>
          </ac:spMkLst>
        </pc:spChg>
        <pc:grpChg chg="add del">
          <ac:chgData name="Sanskar Bajimaya" userId="2c143f85-25c2-496b-b5c5-497cb2effaaf" providerId="ADAL" clId="{D85D364E-BB2A-40C3-8246-20271C28704F}" dt="2025-11-26T01:03:56.707" v="569" actId="26606"/>
          <ac:grpSpMkLst>
            <pc:docMk/>
            <pc:sldMk cId="2082095654" sldId="275"/>
            <ac:grpSpMk id="13" creationId="{978C0019-8CE2-42AB-B006-9860B43B8B7F}"/>
          </ac:grpSpMkLst>
        </pc:grpChg>
        <pc:grpChg chg="add">
          <ac:chgData name="Sanskar Bajimaya" userId="2c143f85-25c2-496b-b5c5-497cb2effaaf" providerId="ADAL" clId="{D85D364E-BB2A-40C3-8246-20271C28704F}" dt="2025-11-26T01:03:56.724" v="570" actId="26606"/>
          <ac:grpSpMkLst>
            <pc:docMk/>
            <pc:sldMk cId="2082095654" sldId="275"/>
            <ac:grpSpMk id="20" creationId="{2668F617-A865-44FB-B7FA-D3D82EB305A7}"/>
          </ac:grpSpMkLst>
        </pc:grpChg>
        <pc:graphicFrameChg chg="add del">
          <ac:chgData name="Sanskar Bajimaya" userId="2c143f85-25c2-496b-b5c5-497cb2effaaf" providerId="ADAL" clId="{D85D364E-BB2A-40C3-8246-20271C28704F}" dt="2025-11-26T01:03:56.707" v="569" actId="26606"/>
          <ac:graphicFrameMkLst>
            <pc:docMk/>
            <pc:sldMk cId="2082095654" sldId="275"/>
            <ac:graphicFrameMk id="5" creationId="{06DEB810-C82D-E6E0-5C2B-57B9B2CF124C}"/>
          </ac:graphicFrameMkLst>
        </pc:graphicFrameChg>
        <pc:graphicFrameChg chg="add">
          <ac:chgData name="Sanskar Bajimaya" userId="2c143f85-25c2-496b-b5c5-497cb2effaaf" providerId="ADAL" clId="{D85D364E-BB2A-40C3-8246-20271C28704F}" dt="2025-11-26T01:03:56.724" v="570" actId="26606"/>
          <ac:graphicFrameMkLst>
            <pc:docMk/>
            <pc:sldMk cId="2082095654" sldId="275"/>
            <ac:graphicFrameMk id="24" creationId="{0B986F34-F537-E935-B7FC-FCE8A06DE0A9}"/>
          </ac:graphicFrameMkLst>
        </pc:graphicFrameChg>
      </pc:sldChg>
      <pc:sldMasterChg chg="del delSldLayout">
        <pc:chgData name="Sanskar Bajimaya" userId="2c143f85-25c2-496b-b5c5-497cb2effaaf" providerId="ADAL" clId="{D85D364E-BB2A-40C3-8246-20271C28704F}" dt="2025-11-25T23:53:49.478" v="34" actId="26606"/>
        <pc:sldMasterMkLst>
          <pc:docMk/>
          <pc:sldMasterMk cId="3817996033" sldId="2147483648"/>
        </pc:sldMasterMkLst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459550200" sldId="2147483649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2208999027" sldId="2147483650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1828805861" sldId="2147483651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4022626771" sldId="2147483652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2677945370" sldId="2147483653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3666181578" sldId="2147483654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4281679322" sldId="2147483655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3936352133" sldId="2147483656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2730204222" sldId="2147483657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2885568459" sldId="2147483658"/>
          </pc:sldLayoutMkLst>
        </pc:sldLayoutChg>
        <pc:sldLayoutChg chg="del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817996033" sldId="2147483648"/>
            <pc:sldLayoutMk cId="3484433908" sldId="2147483659"/>
          </pc:sldLayoutMkLst>
        </pc:sldLayoutChg>
      </pc:sldMasterChg>
      <pc:sldMasterChg chg="add addSldLayout">
        <pc:chgData name="Sanskar Bajimaya" userId="2c143f85-25c2-496b-b5c5-497cb2effaaf" providerId="ADAL" clId="{D85D364E-BB2A-40C3-8246-20271C28704F}" dt="2025-11-25T23:53:49.478" v="34" actId="26606"/>
        <pc:sldMasterMkLst>
          <pc:docMk/>
          <pc:sldMasterMk cId="3505763618" sldId="2147483751"/>
        </pc:sldMasterMkLst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2254037216" sldId="2147483740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239014411" sldId="2147483741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1142152411" sldId="2147483742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583623493" sldId="2147483743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1128324784" sldId="2147483744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2767041773" sldId="2147483745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433566334" sldId="2147483746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37245387" sldId="2147483747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491922613" sldId="2147483748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3235011515" sldId="2147483749"/>
          </pc:sldLayoutMkLst>
        </pc:sldLayoutChg>
        <pc:sldLayoutChg chg="add">
          <pc:chgData name="Sanskar Bajimaya" userId="2c143f85-25c2-496b-b5c5-497cb2effaaf" providerId="ADAL" clId="{D85D364E-BB2A-40C3-8246-20271C28704F}" dt="2025-11-25T23:53:49.478" v="34" actId="26606"/>
          <pc:sldLayoutMkLst>
            <pc:docMk/>
            <pc:sldMasterMk cId="3505763618" sldId="2147483751"/>
            <pc:sldLayoutMk cId="2309029421" sldId="2147483750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F265C8-4385-4936-A880-96E93776A6B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CCBE94-CC83-45B1-B898-40B06DA81F34}">
      <dgm:prSet/>
      <dgm:spPr/>
      <dgm:t>
        <a:bodyPr/>
        <a:lstStyle/>
        <a:p>
          <a:r>
            <a:rPr lang="en-US" b="0" i="0" baseline="0"/>
            <a:t>Background &amp; Motivation </a:t>
          </a:r>
          <a:endParaRPr lang="en-US"/>
        </a:p>
      </dgm:t>
    </dgm:pt>
    <dgm:pt modelId="{64D62871-B49C-47A7-9F78-4CC5EB8715CF}" type="parTrans" cxnId="{67C090FE-5B3D-43B3-BE49-3C09FD5715E7}">
      <dgm:prSet/>
      <dgm:spPr/>
      <dgm:t>
        <a:bodyPr/>
        <a:lstStyle/>
        <a:p>
          <a:endParaRPr lang="en-US"/>
        </a:p>
      </dgm:t>
    </dgm:pt>
    <dgm:pt modelId="{053E1649-5D9E-4BB7-86B7-20611C448F91}" type="sibTrans" cxnId="{67C090FE-5B3D-43B3-BE49-3C09FD5715E7}">
      <dgm:prSet/>
      <dgm:spPr/>
      <dgm:t>
        <a:bodyPr/>
        <a:lstStyle/>
        <a:p>
          <a:endParaRPr lang="en-US"/>
        </a:p>
      </dgm:t>
    </dgm:pt>
    <dgm:pt modelId="{81FA4057-E9D5-4B75-A6C1-DEB49FC5E018}">
      <dgm:prSet/>
      <dgm:spPr/>
      <dgm:t>
        <a:bodyPr/>
        <a:lstStyle/>
        <a:p>
          <a:r>
            <a:rPr lang="en-US" b="0" i="0" baseline="0"/>
            <a:t>Problem Statement &amp; Objectives </a:t>
          </a:r>
          <a:endParaRPr lang="en-US"/>
        </a:p>
      </dgm:t>
    </dgm:pt>
    <dgm:pt modelId="{1ECA7AA2-4173-4086-8275-801E7C15C12E}" type="parTrans" cxnId="{C1C63470-1DC7-424F-A88D-A64D4BD0C337}">
      <dgm:prSet/>
      <dgm:spPr/>
      <dgm:t>
        <a:bodyPr/>
        <a:lstStyle/>
        <a:p>
          <a:endParaRPr lang="en-US"/>
        </a:p>
      </dgm:t>
    </dgm:pt>
    <dgm:pt modelId="{20CBC758-9EEE-445C-BA34-5DB216F57F4B}" type="sibTrans" cxnId="{C1C63470-1DC7-424F-A88D-A64D4BD0C337}">
      <dgm:prSet/>
      <dgm:spPr/>
      <dgm:t>
        <a:bodyPr/>
        <a:lstStyle/>
        <a:p>
          <a:endParaRPr lang="en-US"/>
        </a:p>
      </dgm:t>
    </dgm:pt>
    <dgm:pt modelId="{55D5DD45-1EBE-4D9D-A84B-969D5F0CC98E}">
      <dgm:prSet/>
      <dgm:spPr/>
      <dgm:t>
        <a:bodyPr/>
        <a:lstStyle/>
        <a:p>
          <a:r>
            <a:rPr lang="en-US" b="0" i="0" baseline="0"/>
            <a:t>Dataset Overview </a:t>
          </a:r>
          <a:endParaRPr lang="en-US"/>
        </a:p>
      </dgm:t>
    </dgm:pt>
    <dgm:pt modelId="{FD43EF49-BF85-4931-A94C-A727B837C72C}" type="parTrans" cxnId="{E2A42AC7-915A-406C-BA53-016101A5E1A5}">
      <dgm:prSet/>
      <dgm:spPr/>
      <dgm:t>
        <a:bodyPr/>
        <a:lstStyle/>
        <a:p>
          <a:endParaRPr lang="en-US"/>
        </a:p>
      </dgm:t>
    </dgm:pt>
    <dgm:pt modelId="{F41ADBC0-AEC6-42D6-9135-271F08CF2375}" type="sibTrans" cxnId="{E2A42AC7-915A-406C-BA53-016101A5E1A5}">
      <dgm:prSet/>
      <dgm:spPr/>
      <dgm:t>
        <a:bodyPr/>
        <a:lstStyle/>
        <a:p>
          <a:endParaRPr lang="en-US"/>
        </a:p>
      </dgm:t>
    </dgm:pt>
    <dgm:pt modelId="{72DCCA0C-0FE0-4970-90EE-CBD451C25A63}">
      <dgm:prSet/>
      <dgm:spPr/>
      <dgm:t>
        <a:bodyPr/>
        <a:lstStyle/>
        <a:p>
          <a:r>
            <a:rPr lang="en-US" b="0" i="0" baseline="0"/>
            <a:t>Methodology </a:t>
          </a:r>
          <a:endParaRPr lang="en-US"/>
        </a:p>
      </dgm:t>
    </dgm:pt>
    <dgm:pt modelId="{D36C039B-D7D7-456A-8F92-90834FE3B72B}" type="parTrans" cxnId="{BA56A81A-D14E-4E06-ADB8-574410F0E13A}">
      <dgm:prSet/>
      <dgm:spPr/>
      <dgm:t>
        <a:bodyPr/>
        <a:lstStyle/>
        <a:p>
          <a:endParaRPr lang="en-US"/>
        </a:p>
      </dgm:t>
    </dgm:pt>
    <dgm:pt modelId="{B27FEDD3-000A-49D3-9525-28DFA5AB8D4A}" type="sibTrans" cxnId="{BA56A81A-D14E-4E06-ADB8-574410F0E13A}">
      <dgm:prSet/>
      <dgm:spPr/>
      <dgm:t>
        <a:bodyPr/>
        <a:lstStyle/>
        <a:p>
          <a:endParaRPr lang="en-US"/>
        </a:p>
      </dgm:t>
    </dgm:pt>
    <dgm:pt modelId="{C254B782-E3A6-4382-8D24-4577603FEDF7}">
      <dgm:prSet/>
      <dgm:spPr/>
      <dgm:t>
        <a:bodyPr/>
        <a:lstStyle/>
        <a:p>
          <a:r>
            <a:rPr lang="en-US" b="0" i="0" baseline="0"/>
            <a:t>Model Performance </a:t>
          </a:r>
          <a:endParaRPr lang="en-US"/>
        </a:p>
      </dgm:t>
    </dgm:pt>
    <dgm:pt modelId="{717513A9-3B49-4239-A2A4-5A1B29C2BD40}" type="parTrans" cxnId="{5AD24E95-6D5B-48AB-832F-FB112E0A226B}">
      <dgm:prSet/>
      <dgm:spPr/>
      <dgm:t>
        <a:bodyPr/>
        <a:lstStyle/>
        <a:p>
          <a:endParaRPr lang="en-US"/>
        </a:p>
      </dgm:t>
    </dgm:pt>
    <dgm:pt modelId="{AF726193-BA68-41D3-BC87-8A22002DAEC6}" type="sibTrans" cxnId="{5AD24E95-6D5B-48AB-832F-FB112E0A226B}">
      <dgm:prSet/>
      <dgm:spPr/>
      <dgm:t>
        <a:bodyPr/>
        <a:lstStyle/>
        <a:p>
          <a:endParaRPr lang="en-US"/>
        </a:p>
      </dgm:t>
    </dgm:pt>
    <dgm:pt modelId="{F887EE26-DA24-4E36-93F9-0A3DAD4FDF1F}">
      <dgm:prSet/>
      <dgm:spPr/>
      <dgm:t>
        <a:bodyPr/>
        <a:lstStyle/>
        <a:p>
          <a:r>
            <a:rPr lang="en-US" b="0" i="0" baseline="0"/>
            <a:t>Deployment Architecture </a:t>
          </a:r>
          <a:endParaRPr lang="en-US"/>
        </a:p>
      </dgm:t>
    </dgm:pt>
    <dgm:pt modelId="{6040F0BD-AA6D-4B2B-BD30-95B2CBA8319D}" type="parTrans" cxnId="{47FF6F6E-53C8-4BD7-A66B-958C5A09FBEC}">
      <dgm:prSet/>
      <dgm:spPr/>
      <dgm:t>
        <a:bodyPr/>
        <a:lstStyle/>
        <a:p>
          <a:endParaRPr lang="en-US"/>
        </a:p>
      </dgm:t>
    </dgm:pt>
    <dgm:pt modelId="{3DFA692B-B7EE-4AC7-ACBF-72BE243B3399}" type="sibTrans" cxnId="{47FF6F6E-53C8-4BD7-A66B-958C5A09FBEC}">
      <dgm:prSet/>
      <dgm:spPr/>
      <dgm:t>
        <a:bodyPr/>
        <a:lstStyle/>
        <a:p>
          <a:endParaRPr lang="en-US"/>
        </a:p>
      </dgm:t>
    </dgm:pt>
    <dgm:pt modelId="{2C2A626C-1C44-4F4F-95DE-1032C09E119C}">
      <dgm:prSet/>
      <dgm:spPr/>
      <dgm:t>
        <a:bodyPr/>
        <a:lstStyle/>
        <a:p>
          <a:r>
            <a:rPr lang="en-US" b="0" i="0" baseline="0"/>
            <a:t>Business Impact </a:t>
          </a:r>
          <a:endParaRPr lang="en-US"/>
        </a:p>
      </dgm:t>
    </dgm:pt>
    <dgm:pt modelId="{83B0B155-B889-4791-8FFD-6BFDAAC67460}" type="parTrans" cxnId="{E273519A-5B9A-4477-ABA1-59B93536691B}">
      <dgm:prSet/>
      <dgm:spPr/>
      <dgm:t>
        <a:bodyPr/>
        <a:lstStyle/>
        <a:p>
          <a:endParaRPr lang="en-US"/>
        </a:p>
      </dgm:t>
    </dgm:pt>
    <dgm:pt modelId="{7AAF6DDF-F217-4D9D-9188-B1EFB6C7137E}" type="sibTrans" cxnId="{E273519A-5B9A-4477-ABA1-59B93536691B}">
      <dgm:prSet/>
      <dgm:spPr/>
      <dgm:t>
        <a:bodyPr/>
        <a:lstStyle/>
        <a:p>
          <a:endParaRPr lang="en-US"/>
        </a:p>
      </dgm:t>
    </dgm:pt>
    <dgm:pt modelId="{68CDE8CA-B250-4C45-B0F3-103F1040E2A1}">
      <dgm:prSet/>
      <dgm:spPr/>
      <dgm:t>
        <a:bodyPr/>
        <a:lstStyle/>
        <a:p>
          <a:r>
            <a:rPr lang="en-US" b="0" i="0" baseline="0"/>
            <a:t>Future Work </a:t>
          </a:r>
          <a:endParaRPr lang="en-US"/>
        </a:p>
      </dgm:t>
    </dgm:pt>
    <dgm:pt modelId="{BF52B114-83B1-4D2B-AA97-8A03DFDA15B1}" type="parTrans" cxnId="{417EA623-CAD1-46A8-A22C-E2A2F099E71C}">
      <dgm:prSet/>
      <dgm:spPr/>
      <dgm:t>
        <a:bodyPr/>
        <a:lstStyle/>
        <a:p>
          <a:endParaRPr lang="en-US"/>
        </a:p>
      </dgm:t>
    </dgm:pt>
    <dgm:pt modelId="{F6AE8515-E799-423D-89DD-9D23AFE2E8D9}" type="sibTrans" cxnId="{417EA623-CAD1-46A8-A22C-E2A2F099E71C}">
      <dgm:prSet/>
      <dgm:spPr/>
      <dgm:t>
        <a:bodyPr/>
        <a:lstStyle/>
        <a:p>
          <a:endParaRPr lang="en-US"/>
        </a:p>
      </dgm:t>
    </dgm:pt>
    <dgm:pt modelId="{976A239B-85E5-45E1-BEDD-E2342A6EF3A9}" type="pres">
      <dgm:prSet presAssocID="{AEF265C8-4385-4936-A880-96E93776A6B6}" presName="linear" presStyleCnt="0">
        <dgm:presLayoutVars>
          <dgm:animLvl val="lvl"/>
          <dgm:resizeHandles val="exact"/>
        </dgm:presLayoutVars>
      </dgm:prSet>
      <dgm:spPr/>
    </dgm:pt>
    <dgm:pt modelId="{0206D42F-577F-4713-980A-0090152CE710}" type="pres">
      <dgm:prSet presAssocID="{B2CCBE94-CC83-45B1-B898-40B06DA81F3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C268200-FCE3-482B-B5D2-0EA90F67CE8F}" type="pres">
      <dgm:prSet presAssocID="{053E1649-5D9E-4BB7-86B7-20611C448F91}" presName="spacer" presStyleCnt="0"/>
      <dgm:spPr/>
    </dgm:pt>
    <dgm:pt modelId="{B4AF0360-2701-4747-86F7-9DF02FDA4B8B}" type="pres">
      <dgm:prSet presAssocID="{81FA4057-E9D5-4B75-A6C1-DEB49FC5E018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7BCB312-E7BD-4922-B4A8-21843621B4A9}" type="pres">
      <dgm:prSet presAssocID="{20CBC758-9EEE-445C-BA34-5DB216F57F4B}" presName="spacer" presStyleCnt="0"/>
      <dgm:spPr/>
    </dgm:pt>
    <dgm:pt modelId="{C4E4D5D8-535A-4206-92F7-D92500693FCE}" type="pres">
      <dgm:prSet presAssocID="{55D5DD45-1EBE-4D9D-A84B-969D5F0CC98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D22C8BA-A108-46A6-8C9E-D7EDD383D7D6}" type="pres">
      <dgm:prSet presAssocID="{F41ADBC0-AEC6-42D6-9135-271F08CF2375}" presName="spacer" presStyleCnt="0"/>
      <dgm:spPr/>
    </dgm:pt>
    <dgm:pt modelId="{C74B6D8E-589E-45E4-A834-718F5075F31E}" type="pres">
      <dgm:prSet presAssocID="{72DCCA0C-0FE0-4970-90EE-CBD451C25A6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B4A5C41-222C-43C6-BF20-38F388F342F7}" type="pres">
      <dgm:prSet presAssocID="{B27FEDD3-000A-49D3-9525-28DFA5AB8D4A}" presName="spacer" presStyleCnt="0"/>
      <dgm:spPr/>
    </dgm:pt>
    <dgm:pt modelId="{9147EC77-8EE3-49F3-8006-02A3C9EF013F}" type="pres">
      <dgm:prSet presAssocID="{C254B782-E3A6-4382-8D24-4577603FEDF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4170A97-0797-4F6E-AE9A-B096811A0569}" type="pres">
      <dgm:prSet presAssocID="{AF726193-BA68-41D3-BC87-8A22002DAEC6}" presName="spacer" presStyleCnt="0"/>
      <dgm:spPr/>
    </dgm:pt>
    <dgm:pt modelId="{4C939952-1E9B-4DB7-B961-4123D58BE6CE}" type="pres">
      <dgm:prSet presAssocID="{F887EE26-DA24-4E36-93F9-0A3DAD4FDF1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9A12351-587A-4E0C-B25E-478FF1B56B18}" type="pres">
      <dgm:prSet presAssocID="{3DFA692B-B7EE-4AC7-ACBF-72BE243B3399}" presName="spacer" presStyleCnt="0"/>
      <dgm:spPr/>
    </dgm:pt>
    <dgm:pt modelId="{955D202C-F486-4EBC-A9F1-A8450CAD80CB}" type="pres">
      <dgm:prSet presAssocID="{2C2A626C-1C44-4F4F-95DE-1032C09E119C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B1221CF-5092-4D5B-B1D0-15C7237DEB38}" type="pres">
      <dgm:prSet presAssocID="{7AAF6DDF-F217-4D9D-9188-B1EFB6C7137E}" presName="spacer" presStyleCnt="0"/>
      <dgm:spPr/>
    </dgm:pt>
    <dgm:pt modelId="{57B797CC-5DF7-47AF-B613-BCC5E430CFCD}" type="pres">
      <dgm:prSet presAssocID="{68CDE8CA-B250-4C45-B0F3-103F1040E2A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A56A81A-D14E-4E06-ADB8-574410F0E13A}" srcId="{AEF265C8-4385-4936-A880-96E93776A6B6}" destId="{72DCCA0C-0FE0-4970-90EE-CBD451C25A63}" srcOrd="3" destOrd="0" parTransId="{D36C039B-D7D7-456A-8F92-90834FE3B72B}" sibTransId="{B27FEDD3-000A-49D3-9525-28DFA5AB8D4A}"/>
    <dgm:cxn modelId="{417EA623-CAD1-46A8-A22C-E2A2F099E71C}" srcId="{AEF265C8-4385-4936-A880-96E93776A6B6}" destId="{68CDE8CA-B250-4C45-B0F3-103F1040E2A1}" srcOrd="7" destOrd="0" parTransId="{BF52B114-83B1-4D2B-AA97-8A03DFDA15B1}" sibTransId="{F6AE8515-E799-423D-89DD-9D23AFE2E8D9}"/>
    <dgm:cxn modelId="{82335547-81A9-4E33-8947-89B739AA375E}" type="presOf" srcId="{55D5DD45-1EBE-4D9D-A84B-969D5F0CC98E}" destId="{C4E4D5D8-535A-4206-92F7-D92500693FCE}" srcOrd="0" destOrd="0" presId="urn:microsoft.com/office/officeart/2005/8/layout/vList2"/>
    <dgm:cxn modelId="{47FF6F6E-53C8-4BD7-A66B-958C5A09FBEC}" srcId="{AEF265C8-4385-4936-A880-96E93776A6B6}" destId="{F887EE26-DA24-4E36-93F9-0A3DAD4FDF1F}" srcOrd="5" destOrd="0" parTransId="{6040F0BD-AA6D-4B2B-BD30-95B2CBA8319D}" sibTransId="{3DFA692B-B7EE-4AC7-ACBF-72BE243B3399}"/>
    <dgm:cxn modelId="{C1C63470-1DC7-424F-A88D-A64D4BD0C337}" srcId="{AEF265C8-4385-4936-A880-96E93776A6B6}" destId="{81FA4057-E9D5-4B75-A6C1-DEB49FC5E018}" srcOrd="1" destOrd="0" parTransId="{1ECA7AA2-4173-4086-8275-801E7C15C12E}" sibTransId="{20CBC758-9EEE-445C-BA34-5DB216F57F4B}"/>
    <dgm:cxn modelId="{4DC8E553-DCDA-4D22-A341-56C7EC42736A}" type="presOf" srcId="{F887EE26-DA24-4E36-93F9-0A3DAD4FDF1F}" destId="{4C939952-1E9B-4DB7-B961-4123D58BE6CE}" srcOrd="0" destOrd="0" presId="urn:microsoft.com/office/officeart/2005/8/layout/vList2"/>
    <dgm:cxn modelId="{E0236582-130C-4EA0-811D-1C267449777E}" type="presOf" srcId="{B2CCBE94-CC83-45B1-B898-40B06DA81F34}" destId="{0206D42F-577F-4713-980A-0090152CE710}" srcOrd="0" destOrd="0" presId="urn:microsoft.com/office/officeart/2005/8/layout/vList2"/>
    <dgm:cxn modelId="{D0A47893-F4F7-4F17-8176-BA283BCC1F22}" type="presOf" srcId="{C254B782-E3A6-4382-8D24-4577603FEDF7}" destId="{9147EC77-8EE3-49F3-8006-02A3C9EF013F}" srcOrd="0" destOrd="0" presId="urn:microsoft.com/office/officeart/2005/8/layout/vList2"/>
    <dgm:cxn modelId="{5AD24E95-6D5B-48AB-832F-FB112E0A226B}" srcId="{AEF265C8-4385-4936-A880-96E93776A6B6}" destId="{C254B782-E3A6-4382-8D24-4577603FEDF7}" srcOrd="4" destOrd="0" parTransId="{717513A9-3B49-4239-A2A4-5A1B29C2BD40}" sibTransId="{AF726193-BA68-41D3-BC87-8A22002DAEC6}"/>
    <dgm:cxn modelId="{E273519A-5B9A-4477-ABA1-59B93536691B}" srcId="{AEF265C8-4385-4936-A880-96E93776A6B6}" destId="{2C2A626C-1C44-4F4F-95DE-1032C09E119C}" srcOrd="6" destOrd="0" parTransId="{83B0B155-B889-4791-8FFD-6BFDAAC67460}" sibTransId="{7AAF6DDF-F217-4D9D-9188-B1EFB6C7137E}"/>
    <dgm:cxn modelId="{1BB7439C-F1B6-46AD-88D6-87C119E042EE}" type="presOf" srcId="{72DCCA0C-0FE0-4970-90EE-CBD451C25A63}" destId="{C74B6D8E-589E-45E4-A834-718F5075F31E}" srcOrd="0" destOrd="0" presId="urn:microsoft.com/office/officeart/2005/8/layout/vList2"/>
    <dgm:cxn modelId="{ECD14B9C-5B31-4ECA-882B-0F43EDE1D84B}" type="presOf" srcId="{2C2A626C-1C44-4F4F-95DE-1032C09E119C}" destId="{955D202C-F486-4EBC-A9F1-A8450CAD80CB}" srcOrd="0" destOrd="0" presId="urn:microsoft.com/office/officeart/2005/8/layout/vList2"/>
    <dgm:cxn modelId="{AF6E9FB2-C421-4192-8FBC-2632DC2EC123}" type="presOf" srcId="{68CDE8CA-B250-4C45-B0F3-103F1040E2A1}" destId="{57B797CC-5DF7-47AF-B613-BCC5E430CFCD}" srcOrd="0" destOrd="0" presId="urn:microsoft.com/office/officeart/2005/8/layout/vList2"/>
    <dgm:cxn modelId="{5A0F19B9-F975-46FD-8EED-87D5AB58B17B}" type="presOf" srcId="{81FA4057-E9D5-4B75-A6C1-DEB49FC5E018}" destId="{B4AF0360-2701-4747-86F7-9DF02FDA4B8B}" srcOrd="0" destOrd="0" presId="urn:microsoft.com/office/officeart/2005/8/layout/vList2"/>
    <dgm:cxn modelId="{E2A42AC7-915A-406C-BA53-016101A5E1A5}" srcId="{AEF265C8-4385-4936-A880-96E93776A6B6}" destId="{55D5DD45-1EBE-4D9D-A84B-969D5F0CC98E}" srcOrd="2" destOrd="0" parTransId="{FD43EF49-BF85-4931-A94C-A727B837C72C}" sibTransId="{F41ADBC0-AEC6-42D6-9135-271F08CF2375}"/>
    <dgm:cxn modelId="{36FA9CF5-0868-4850-B99C-9DD5B6C59979}" type="presOf" srcId="{AEF265C8-4385-4936-A880-96E93776A6B6}" destId="{976A239B-85E5-45E1-BEDD-E2342A6EF3A9}" srcOrd="0" destOrd="0" presId="urn:microsoft.com/office/officeart/2005/8/layout/vList2"/>
    <dgm:cxn modelId="{67C090FE-5B3D-43B3-BE49-3C09FD5715E7}" srcId="{AEF265C8-4385-4936-A880-96E93776A6B6}" destId="{B2CCBE94-CC83-45B1-B898-40B06DA81F34}" srcOrd="0" destOrd="0" parTransId="{64D62871-B49C-47A7-9F78-4CC5EB8715CF}" sibTransId="{053E1649-5D9E-4BB7-86B7-20611C448F91}"/>
    <dgm:cxn modelId="{DD6E5A78-146D-462F-B906-65406D02FA9D}" type="presParOf" srcId="{976A239B-85E5-45E1-BEDD-E2342A6EF3A9}" destId="{0206D42F-577F-4713-980A-0090152CE710}" srcOrd="0" destOrd="0" presId="urn:microsoft.com/office/officeart/2005/8/layout/vList2"/>
    <dgm:cxn modelId="{AAE21F62-6E6E-4B4D-A5DE-D91DD411324E}" type="presParOf" srcId="{976A239B-85E5-45E1-BEDD-E2342A6EF3A9}" destId="{AC268200-FCE3-482B-B5D2-0EA90F67CE8F}" srcOrd="1" destOrd="0" presId="urn:microsoft.com/office/officeart/2005/8/layout/vList2"/>
    <dgm:cxn modelId="{45ABC74C-30F9-4789-8B0E-CF71AF0DCBF9}" type="presParOf" srcId="{976A239B-85E5-45E1-BEDD-E2342A6EF3A9}" destId="{B4AF0360-2701-4747-86F7-9DF02FDA4B8B}" srcOrd="2" destOrd="0" presId="urn:microsoft.com/office/officeart/2005/8/layout/vList2"/>
    <dgm:cxn modelId="{3EB72B00-571B-4CEF-8714-AD924EF8F693}" type="presParOf" srcId="{976A239B-85E5-45E1-BEDD-E2342A6EF3A9}" destId="{C7BCB312-E7BD-4922-B4A8-21843621B4A9}" srcOrd="3" destOrd="0" presId="urn:microsoft.com/office/officeart/2005/8/layout/vList2"/>
    <dgm:cxn modelId="{AA4A577C-3305-423E-85A8-993E8530BD71}" type="presParOf" srcId="{976A239B-85E5-45E1-BEDD-E2342A6EF3A9}" destId="{C4E4D5D8-535A-4206-92F7-D92500693FCE}" srcOrd="4" destOrd="0" presId="urn:microsoft.com/office/officeart/2005/8/layout/vList2"/>
    <dgm:cxn modelId="{AA49F50A-7205-4A51-B777-2F663F0794B5}" type="presParOf" srcId="{976A239B-85E5-45E1-BEDD-E2342A6EF3A9}" destId="{6D22C8BA-A108-46A6-8C9E-D7EDD383D7D6}" srcOrd="5" destOrd="0" presId="urn:microsoft.com/office/officeart/2005/8/layout/vList2"/>
    <dgm:cxn modelId="{0BB63FA4-6447-44F4-8BF6-B8D2C96506DA}" type="presParOf" srcId="{976A239B-85E5-45E1-BEDD-E2342A6EF3A9}" destId="{C74B6D8E-589E-45E4-A834-718F5075F31E}" srcOrd="6" destOrd="0" presId="urn:microsoft.com/office/officeart/2005/8/layout/vList2"/>
    <dgm:cxn modelId="{61688BCB-0623-4537-9883-014684DA68CF}" type="presParOf" srcId="{976A239B-85E5-45E1-BEDD-E2342A6EF3A9}" destId="{7B4A5C41-222C-43C6-BF20-38F388F342F7}" srcOrd="7" destOrd="0" presId="urn:microsoft.com/office/officeart/2005/8/layout/vList2"/>
    <dgm:cxn modelId="{2C605158-ED54-4C26-B959-62FA00CD159E}" type="presParOf" srcId="{976A239B-85E5-45E1-BEDD-E2342A6EF3A9}" destId="{9147EC77-8EE3-49F3-8006-02A3C9EF013F}" srcOrd="8" destOrd="0" presId="urn:microsoft.com/office/officeart/2005/8/layout/vList2"/>
    <dgm:cxn modelId="{C7748C80-8E0E-4415-8402-2232D9D5DAA8}" type="presParOf" srcId="{976A239B-85E5-45E1-BEDD-E2342A6EF3A9}" destId="{B4170A97-0797-4F6E-AE9A-B096811A0569}" srcOrd="9" destOrd="0" presId="urn:microsoft.com/office/officeart/2005/8/layout/vList2"/>
    <dgm:cxn modelId="{EFEAEB5F-0EAD-46D8-9C04-F0A971940BD7}" type="presParOf" srcId="{976A239B-85E5-45E1-BEDD-E2342A6EF3A9}" destId="{4C939952-1E9B-4DB7-B961-4123D58BE6CE}" srcOrd="10" destOrd="0" presId="urn:microsoft.com/office/officeart/2005/8/layout/vList2"/>
    <dgm:cxn modelId="{454FFEC2-1D67-4E26-A751-6FE1E0E81469}" type="presParOf" srcId="{976A239B-85E5-45E1-BEDD-E2342A6EF3A9}" destId="{69A12351-587A-4E0C-B25E-478FF1B56B18}" srcOrd="11" destOrd="0" presId="urn:microsoft.com/office/officeart/2005/8/layout/vList2"/>
    <dgm:cxn modelId="{5D217D41-3DF7-4833-A1BF-16E17FFF0D22}" type="presParOf" srcId="{976A239B-85E5-45E1-BEDD-E2342A6EF3A9}" destId="{955D202C-F486-4EBC-A9F1-A8450CAD80CB}" srcOrd="12" destOrd="0" presId="urn:microsoft.com/office/officeart/2005/8/layout/vList2"/>
    <dgm:cxn modelId="{EE819AA7-1617-4A0D-9341-12639B0A32FE}" type="presParOf" srcId="{976A239B-85E5-45E1-BEDD-E2342A6EF3A9}" destId="{9B1221CF-5092-4D5B-B1D0-15C7237DEB38}" srcOrd="13" destOrd="0" presId="urn:microsoft.com/office/officeart/2005/8/layout/vList2"/>
    <dgm:cxn modelId="{FC3B3A95-9E47-4EA0-A263-5B9AC035C3A2}" type="presParOf" srcId="{976A239B-85E5-45E1-BEDD-E2342A6EF3A9}" destId="{57B797CC-5DF7-47AF-B613-BCC5E430CFCD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D26496-7F13-4921-B8AD-520311C284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D4A2EB-91AA-444C-A4B1-98AFCFF8D9D9}">
      <dgm:prSet/>
      <dgm:spPr/>
      <dgm:t>
        <a:bodyPr/>
        <a:lstStyle/>
        <a:p>
          <a:r>
            <a:rPr lang="en-US" b="0" i="0" baseline="0"/>
            <a:t>Traditional banking marketing = broad, non-targeted campaigns </a:t>
          </a:r>
          <a:endParaRPr lang="en-US"/>
        </a:p>
      </dgm:t>
    </dgm:pt>
    <dgm:pt modelId="{422542FC-30C4-41B6-82B0-2B312BA2A246}" type="parTrans" cxnId="{DA1CDC32-43A6-4B1B-A875-5ABEC123EFF0}">
      <dgm:prSet/>
      <dgm:spPr/>
      <dgm:t>
        <a:bodyPr/>
        <a:lstStyle/>
        <a:p>
          <a:endParaRPr lang="en-US"/>
        </a:p>
      </dgm:t>
    </dgm:pt>
    <dgm:pt modelId="{478FD392-C8D3-4C13-B83B-C4B3520E0782}" type="sibTrans" cxnId="{DA1CDC32-43A6-4B1B-A875-5ABEC123EFF0}">
      <dgm:prSet/>
      <dgm:spPr/>
      <dgm:t>
        <a:bodyPr/>
        <a:lstStyle/>
        <a:p>
          <a:endParaRPr lang="en-US"/>
        </a:p>
      </dgm:t>
    </dgm:pt>
    <dgm:pt modelId="{76A6C58F-1668-48D6-BCD0-D46097DC2927}">
      <dgm:prSet/>
      <dgm:spPr/>
      <dgm:t>
        <a:bodyPr/>
        <a:lstStyle/>
        <a:p>
          <a:r>
            <a:rPr lang="en-US" b="0" i="0" baseline="0"/>
            <a:t>Low conversion rates, high costs, customer fatigue </a:t>
          </a:r>
          <a:endParaRPr lang="en-US"/>
        </a:p>
      </dgm:t>
    </dgm:pt>
    <dgm:pt modelId="{506AA0EA-7C47-4285-B9B3-D92560CD405E}" type="parTrans" cxnId="{A0CE75F7-21C5-4906-B4D0-AC05E7006B39}">
      <dgm:prSet/>
      <dgm:spPr/>
      <dgm:t>
        <a:bodyPr/>
        <a:lstStyle/>
        <a:p>
          <a:endParaRPr lang="en-US"/>
        </a:p>
      </dgm:t>
    </dgm:pt>
    <dgm:pt modelId="{3AD69A9B-2368-4EE3-967A-06DF870E2D96}" type="sibTrans" cxnId="{A0CE75F7-21C5-4906-B4D0-AC05E7006B39}">
      <dgm:prSet/>
      <dgm:spPr/>
      <dgm:t>
        <a:bodyPr/>
        <a:lstStyle/>
        <a:p>
          <a:endParaRPr lang="en-US"/>
        </a:p>
      </dgm:t>
    </dgm:pt>
    <dgm:pt modelId="{7DACDFB4-D97C-499B-9518-9E2B6FF3145D}">
      <dgm:prSet/>
      <dgm:spPr/>
      <dgm:t>
        <a:bodyPr/>
        <a:lstStyle/>
        <a:p>
          <a:r>
            <a:rPr lang="en-US" b="0" i="0" baseline="0" dirty="0"/>
            <a:t>Need for data-driven, personalized approach </a:t>
          </a:r>
          <a:endParaRPr lang="en-US" dirty="0"/>
        </a:p>
      </dgm:t>
    </dgm:pt>
    <dgm:pt modelId="{0F276E6A-B302-422F-A319-F9883F683FDD}" type="parTrans" cxnId="{B73A30DB-2B1B-4558-8634-E014E8E35F94}">
      <dgm:prSet/>
      <dgm:spPr/>
      <dgm:t>
        <a:bodyPr/>
        <a:lstStyle/>
        <a:p>
          <a:endParaRPr lang="en-US"/>
        </a:p>
      </dgm:t>
    </dgm:pt>
    <dgm:pt modelId="{02D81E68-2BC2-499B-A55F-A43C1FDD16D2}" type="sibTrans" cxnId="{B73A30DB-2B1B-4558-8634-E014E8E35F94}">
      <dgm:prSet/>
      <dgm:spPr/>
      <dgm:t>
        <a:bodyPr/>
        <a:lstStyle/>
        <a:p>
          <a:endParaRPr lang="en-US"/>
        </a:p>
      </dgm:t>
    </dgm:pt>
    <dgm:pt modelId="{7CD722FF-1574-4F08-BB3C-3BD6F492D3E8}" type="pres">
      <dgm:prSet presAssocID="{77D26496-7F13-4921-B8AD-520311C284FF}" presName="root" presStyleCnt="0">
        <dgm:presLayoutVars>
          <dgm:dir/>
          <dgm:resizeHandles val="exact"/>
        </dgm:presLayoutVars>
      </dgm:prSet>
      <dgm:spPr/>
    </dgm:pt>
    <dgm:pt modelId="{077928E2-04FC-443F-9358-922592A4817A}" type="pres">
      <dgm:prSet presAssocID="{49D4A2EB-91AA-444C-A4B1-98AFCFF8D9D9}" presName="compNode" presStyleCnt="0"/>
      <dgm:spPr/>
    </dgm:pt>
    <dgm:pt modelId="{9916F643-3D47-4039-8166-193F8DEEB0FB}" type="pres">
      <dgm:prSet presAssocID="{49D4A2EB-91AA-444C-A4B1-98AFCFF8D9D9}" presName="bgRect" presStyleLbl="bgShp" presStyleIdx="0" presStyleCnt="3"/>
      <dgm:spPr/>
    </dgm:pt>
    <dgm:pt modelId="{569C6FE2-6445-45D3-B368-31281CEE70A9}" type="pres">
      <dgm:prSet presAssocID="{49D4A2EB-91AA-444C-A4B1-98AFCFF8D9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EB5395E-7779-495F-8531-EA800F3133B6}" type="pres">
      <dgm:prSet presAssocID="{49D4A2EB-91AA-444C-A4B1-98AFCFF8D9D9}" presName="spaceRect" presStyleCnt="0"/>
      <dgm:spPr/>
    </dgm:pt>
    <dgm:pt modelId="{E32D3A03-6837-49DD-B3CD-E7553A0B8435}" type="pres">
      <dgm:prSet presAssocID="{49D4A2EB-91AA-444C-A4B1-98AFCFF8D9D9}" presName="parTx" presStyleLbl="revTx" presStyleIdx="0" presStyleCnt="3">
        <dgm:presLayoutVars>
          <dgm:chMax val="0"/>
          <dgm:chPref val="0"/>
        </dgm:presLayoutVars>
      </dgm:prSet>
      <dgm:spPr/>
    </dgm:pt>
    <dgm:pt modelId="{58E4AB19-2B29-4F28-90F5-636E460CCB38}" type="pres">
      <dgm:prSet presAssocID="{478FD392-C8D3-4C13-B83B-C4B3520E0782}" presName="sibTrans" presStyleCnt="0"/>
      <dgm:spPr/>
    </dgm:pt>
    <dgm:pt modelId="{3FBD96FD-30E6-4EB9-8735-21C56F377A64}" type="pres">
      <dgm:prSet presAssocID="{76A6C58F-1668-48D6-BCD0-D46097DC2927}" presName="compNode" presStyleCnt="0"/>
      <dgm:spPr/>
    </dgm:pt>
    <dgm:pt modelId="{8BE72725-57EA-44CC-AAD5-84D640CFCAEF}" type="pres">
      <dgm:prSet presAssocID="{76A6C58F-1668-48D6-BCD0-D46097DC2927}" presName="bgRect" presStyleLbl="bgShp" presStyleIdx="1" presStyleCnt="3"/>
      <dgm:spPr/>
    </dgm:pt>
    <dgm:pt modelId="{8CB2CA04-B55C-4A8A-9771-B010CEF04B0A}" type="pres">
      <dgm:prSet presAssocID="{76A6C58F-1668-48D6-BCD0-D46097DC29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EC6C5CD-058F-4C02-9C79-41BAA26308B0}" type="pres">
      <dgm:prSet presAssocID="{76A6C58F-1668-48D6-BCD0-D46097DC2927}" presName="spaceRect" presStyleCnt="0"/>
      <dgm:spPr/>
    </dgm:pt>
    <dgm:pt modelId="{CC1AAE1F-2C99-4F06-9710-A51072302928}" type="pres">
      <dgm:prSet presAssocID="{76A6C58F-1668-48D6-BCD0-D46097DC2927}" presName="parTx" presStyleLbl="revTx" presStyleIdx="1" presStyleCnt="3">
        <dgm:presLayoutVars>
          <dgm:chMax val="0"/>
          <dgm:chPref val="0"/>
        </dgm:presLayoutVars>
      </dgm:prSet>
      <dgm:spPr/>
    </dgm:pt>
    <dgm:pt modelId="{017CA428-4C63-4878-91AF-00C1D6679A1A}" type="pres">
      <dgm:prSet presAssocID="{3AD69A9B-2368-4EE3-967A-06DF870E2D96}" presName="sibTrans" presStyleCnt="0"/>
      <dgm:spPr/>
    </dgm:pt>
    <dgm:pt modelId="{061806BA-D380-4AD4-A113-E5DE5CAE9193}" type="pres">
      <dgm:prSet presAssocID="{7DACDFB4-D97C-499B-9518-9E2B6FF3145D}" presName="compNode" presStyleCnt="0"/>
      <dgm:spPr/>
    </dgm:pt>
    <dgm:pt modelId="{8DB55843-3BC0-4BF1-950C-28771DC3EEFD}" type="pres">
      <dgm:prSet presAssocID="{7DACDFB4-D97C-499B-9518-9E2B6FF3145D}" presName="bgRect" presStyleLbl="bgShp" presStyleIdx="2" presStyleCnt="3"/>
      <dgm:spPr/>
    </dgm:pt>
    <dgm:pt modelId="{C2C0D3F0-3691-479B-9294-FA9D1A3B154F}" type="pres">
      <dgm:prSet presAssocID="{7DACDFB4-D97C-499B-9518-9E2B6FF314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 outline"/>
        </a:ext>
      </dgm:extLst>
    </dgm:pt>
    <dgm:pt modelId="{726F7FFF-C64B-43B6-B7F3-A1490A17B6E2}" type="pres">
      <dgm:prSet presAssocID="{7DACDFB4-D97C-499B-9518-9E2B6FF3145D}" presName="spaceRect" presStyleCnt="0"/>
      <dgm:spPr/>
    </dgm:pt>
    <dgm:pt modelId="{410C9C9E-E6FA-4318-B48F-51EE7BB43E03}" type="pres">
      <dgm:prSet presAssocID="{7DACDFB4-D97C-499B-9518-9E2B6FF314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C091108-5B8A-4B8A-A976-93B1F92CF4ED}" type="presOf" srcId="{77D26496-7F13-4921-B8AD-520311C284FF}" destId="{7CD722FF-1574-4F08-BB3C-3BD6F492D3E8}" srcOrd="0" destOrd="0" presId="urn:microsoft.com/office/officeart/2018/2/layout/IconVerticalSolidList"/>
    <dgm:cxn modelId="{DA1CDC32-43A6-4B1B-A875-5ABEC123EFF0}" srcId="{77D26496-7F13-4921-B8AD-520311C284FF}" destId="{49D4A2EB-91AA-444C-A4B1-98AFCFF8D9D9}" srcOrd="0" destOrd="0" parTransId="{422542FC-30C4-41B6-82B0-2B312BA2A246}" sibTransId="{478FD392-C8D3-4C13-B83B-C4B3520E0782}"/>
    <dgm:cxn modelId="{D117845D-611B-4FB6-93EC-169A6A9B9B79}" type="presOf" srcId="{7DACDFB4-D97C-499B-9518-9E2B6FF3145D}" destId="{410C9C9E-E6FA-4318-B48F-51EE7BB43E03}" srcOrd="0" destOrd="0" presId="urn:microsoft.com/office/officeart/2018/2/layout/IconVerticalSolidList"/>
    <dgm:cxn modelId="{8F1D9090-859E-42DA-8BB6-05CB76C3285C}" type="presOf" srcId="{76A6C58F-1668-48D6-BCD0-D46097DC2927}" destId="{CC1AAE1F-2C99-4F06-9710-A51072302928}" srcOrd="0" destOrd="0" presId="urn:microsoft.com/office/officeart/2018/2/layout/IconVerticalSolidList"/>
    <dgm:cxn modelId="{B73A30DB-2B1B-4558-8634-E014E8E35F94}" srcId="{77D26496-7F13-4921-B8AD-520311C284FF}" destId="{7DACDFB4-D97C-499B-9518-9E2B6FF3145D}" srcOrd="2" destOrd="0" parTransId="{0F276E6A-B302-422F-A319-F9883F683FDD}" sibTransId="{02D81E68-2BC2-499B-A55F-A43C1FDD16D2}"/>
    <dgm:cxn modelId="{1774A8F1-A9A1-4834-B4D7-530392EEABDA}" type="presOf" srcId="{49D4A2EB-91AA-444C-A4B1-98AFCFF8D9D9}" destId="{E32D3A03-6837-49DD-B3CD-E7553A0B8435}" srcOrd="0" destOrd="0" presId="urn:microsoft.com/office/officeart/2018/2/layout/IconVerticalSolidList"/>
    <dgm:cxn modelId="{A0CE75F7-21C5-4906-B4D0-AC05E7006B39}" srcId="{77D26496-7F13-4921-B8AD-520311C284FF}" destId="{76A6C58F-1668-48D6-BCD0-D46097DC2927}" srcOrd="1" destOrd="0" parTransId="{506AA0EA-7C47-4285-B9B3-D92560CD405E}" sibTransId="{3AD69A9B-2368-4EE3-967A-06DF870E2D96}"/>
    <dgm:cxn modelId="{76A90387-F934-49E7-9473-B6DC35BB61CA}" type="presParOf" srcId="{7CD722FF-1574-4F08-BB3C-3BD6F492D3E8}" destId="{077928E2-04FC-443F-9358-922592A4817A}" srcOrd="0" destOrd="0" presId="urn:microsoft.com/office/officeart/2018/2/layout/IconVerticalSolidList"/>
    <dgm:cxn modelId="{17D51129-5371-4F64-AEB2-F3D2A2421B7A}" type="presParOf" srcId="{077928E2-04FC-443F-9358-922592A4817A}" destId="{9916F643-3D47-4039-8166-193F8DEEB0FB}" srcOrd="0" destOrd="0" presId="urn:microsoft.com/office/officeart/2018/2/layout/IconVerticalSolidList"/>
    <dgm:cxn modelId="{0519AB6D-C5EF-4E01-91B2-C29F1681E3A2}" type="presParOf" srcId="{077928E2-04FC-443F-9358-922592A4817A}" destId="{569C6FE2-6445-45D3-B368-31281CEE70A9}" srcOrd="1" destOrd="0" presId="urn:microsoft.com/office/officeart/2018/2/layout/IconVerticalSolidList"/>
    <dgm:cxn modelId="{E678775D-FD9B-42B6-839C-41C2A687B3FB}" type="presParOf" srcId="{077928E2-04FC-443F-9358-922592A4817A}" destId="{4EB5395E-7779-495F-8531-EA800F3133B6}" srcOrd="2" destOrd="0" presId="urn:microsoft.com/office/officeart/2018/2/layout/IconVerticalSolidList"/>
    <dgm:cxn modelId="{B23B1A08-A997-45E0-9689-2008746619F6}" type="presParOf" srcId="{077928E2-04FC-443F-9358-922592A4817A}" destId="{E32D3A03-6837-49DD-B3CD-E7553A0B8435}" srcOrd="3" destOrd="0" presId="urn:microsoft.com/office/officeart/2018/2/layout/IconVerticalSolidList"/>
    <dgm:cxn modelId="{1F43D232-39A6-4415-9C18-567B55EB4902}" type="presParOf" srcId="{7CD722FF-1574-4F08-BB3C-3BD6F492D3E8}" destId="{58E4AB19-2B29-4F28-90F5-636E460CCB38}" srcOrd="1" destOrd="0" presId="urn:microsoft.com/office/officeart/2018/2/layout/IconVerticalSolidList"/>
    <dgm:cxn modelId="{FA86C4BD-393A-4D04-93E8-0CAAF9B78AE0}" type="presParOf" srcId="{7CD722FF-1574-4F08-BB3C-3BD6F492D3E8}" destId="{3FBD96FD-30E6-4EB9-8735-21C56F377A64}" srcOrd="2" destOrd="0" presId="urn:microsoft.com/office/officeart/2018/2/layout/IconVerticalSolidList"/>
    <dgm:cxn modelId="{242193CD-D29A-4527-81FF-C4DF3312407E}" type="presParOf" srcId="{3FBD96FD-30E6-4EB9-8735-21C56F377A64}" destId="{8BE72725-57EA-44CC-AAD5-84D640CFCAEF}" srcOrd="0" destOrd="0" presId="urn:microsoft.com/office/officeart/2018/2/layout/IconVerticalSolidList"/>
    <dgm:cxn modelId="{74E76966-4668-4E4E-B74D-7A4BA53400AA}" type="presParOf" srcId="{3FBD96FD-30E6-4EB9-8735-21C56F377A64}" destId="{8CB2CA04-B55C-4A8A-9771-B010CEF04B0A}" srcOrd="1" destOrd="0" presId="urn:microsoft.com/office/officeart/2018/2/layout/IconVerticalSolidList"/>
    <dgm:cxn modelId="{EA7C5A71-693C-4552-ABB9-6CF67B6A199A}" type="presParOf" srcId="{3FBD96FD-30E6-4EB9-8735-21C56F377A64}" destId="{8EC6C5CD-058F-4C02-9C79-41BAA26308B0}" srcOrd="2" destOrd="0" presId="urn:microsoft.com/office/officeart/2018/2/layout/IconVerticalSolidList"/>
    <dgm:cxn modelId="{3BC926DD-9EA1-478B-ADD7-BC4081A03E48}" type="presParOf" srcId="{3FBD96FD-30E6-4EB9-8735-21C56F377A64}" destId="{CC1AAE1F-2C99-4F06-9710-A51072302928}" srcOrd="3" destOrd="0" presId="urn:microsoft.com/office/officeart/2018/2/layout/IconVerticalSolidList"/>
    <dgm:cxn modelId="{5749296B-4A78-44BF-AB07-0B2AC1FB392A}" type="presParOf" srcId="{7CD722FF-1574-4F08-BB3C-3BD6F492D3E8}" destId="{017CA428-4C63-4878-91AF-00C1D6679A1A}" srcOrd="3" destOrd="0" presId="urn:microsoft.com/office/officeart/2018/2/layout/IconVerticalSolidList"/>
    <dgm:cxn modelId="{6F8D6C1E-1F42-4DCC-8CB3-E3AAE9888351}" type="presParOf" srcId="{7CD722FF-1574-4F08-BB3C-3BD6F492D3E8}" destId="{061806BA-D380-4AD4-A113-E5DE5CAE9193}" srcOrd="4" destOrd="0" presId="urn:microsoft.com/office/officeart/2018/2/layout/IconVerticalSolidList"/>
    <dgm:cxn modelId="{5C3E14EB-A1F7-4DAE-B3BC-6D76057D42F9}" type="presParOf" srcId="{061806BA-D380-4AD4-A113-E5DE5CAE9193}" destId="{8DB55843-3BC0-4BF1-950C-28771DC3EEFD}" srcOrd="0" destOrd="0" presId="urn:microsoft.com/office/officeart/2018/2/layout/IconVerticalSolidList"/>
    <dgm:cxn modelId="{A1FD7D86-0F98-48BB-8686-323D1C6114AE}" type="presParOf" srcId="{061806BA-D380-4AD4-A113-E5DE5CAE9193}" destId="{C2C0D3F0-3691-479B-9294-FA9D1A3B154F}" srcOrd="1" destOrd="0" presId="urn:microsoft.com/office/officeart/2018/2/layout/IconVerticalSolidList"/>
    <dgm:cxn modelId="{4048E99A-7DDE-47D8-8796-A2443169C57E}" type="presParOf" srcId="{061806BA-D380-4AD4-A113-E5DE5CAE9193}" destId="{726F7FFF-C64B-43B6-B7F3-A1490A17B6E2}" srcOrd="2" destOrd="0" presId="urn:microsoft.com/office/officeart/2018/2/layout/IconVerticalSolidList"/>
    <dgm:cxn modelId="{5EB891D2-879B-4A46-8C86-C45FFEEA8537}" type="presParOf" srcId="{061806BA-D380-4AD4-A113-E5DE5CAE9193}" destId="{410C9C9E-E6FA-4318-B48F-51EE7BB43E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D6AFB9-0269-4250-9DD7-6D1D0FAE4EF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B2703C3-3823-4226-BCFD-6ED488A13002}">
      <dgm:prSet/>
      <dgm:spPr/>
      <dgm:t>
        <a:bodyPr/>
        <a:lstStyle/>
        <a:p>
          <a:pPr>
            <a:defRPr cap="all"/>
          </a:pPr>
          <a:r>
            <a:rPr lang="en-US" b="1" i="0" baseline="0"/>
            <a:t>Problem:</a:t>
          </a:r>
          <a:r>
            <a:rPr lang="en-US" b="0" i="0" baseline="0"/>
            <a:t> Banks struggle to identify customers likely to accept personal loans </a:t>
          </a:r>
          <a:endParaRPr lang="en-US"/>
        </a:p>
      </dgm:t>
    </dgm:pt>
    <dgm:pt modelId="{FCAD4A3E-6543-4B3B-8EC2-7B84C893A0AD}" type="parTrans" cxnId="{9A305BED-F247-4E33-A58E-A2ED96605700}">
      <dgm:prSet/>
      <dgm:spPr/>
      <dgm:t>
        <a:bodyPr/>
        <a:lstStyle/>
        <a:p>
          <a:endParaRPr lang="en-US"/>
        </a:p>
      </dgm:t>
    </dgm:pt>
    <dgm:pt modelId="{53CB67EE-2993-4034-94C9-0AB9BF7B17B3}" type="sibTrans" cxnId="{9A305BED-F247-4E33-A58E-A2ED96605700}">
      <dgm:prSet/>
      <dgm:spPr/>
      <dgm:t>
        <a:bodyPr/>
        <a:lstStyle/>
        <a:p>
          <a:endParaRPr lang="en-US"/>
        </a:p>
      </dgm:t>
    </dgm:pt>
    <dgm:pt modelId="{D5ACD9E2-BF75-4FFC-A925-57A71BE00F5B}">
      <dgm:prSet/>
      <dgm:spPr/>
      <dgm:t>
        <a:bodyPr/>
        <a:lstStyle/>
        <a:p>
          <a:pPr>
            <a:defRPr cap="all"/>
          </a:pPr>
          <a:r>
            <a:rPr lang="en-US" b="1" i="0" baseline="0"/>
            <a:t>Key Question:</a:t>
          </a:r>
          <a:r>
            <a:rPr lang="en-US" b="0" i="0" baseline="0"/>
            <a:t> Can ML predict loan acceptance probability? </a:t>
          </a:r>
          <a:endParaRPr lang="en-US"/>
        </a:p>
      </dgm:t>
    </dgm:pt>
    <dgm:pt modelId="{EEF0D97E-AE4F-4DDE-8385-F19F081F3FFB}" type="parTrans" cxnId="{4BB4BE3E-0FEF-424C-A736-B9BDB97CFC98}">
      <dgm:prSet/>
      <dgm:spPr/>
      <dgm:t>
        <a:bodyPr/>
        <a:lstStyle/>
        <a:p>
          <a:endParaRPr lang="en-US"/>
        </a:p>
      </dgm:t>
    </dgm:pt>
    <dgm:pt modelId="{1685C28F-7F7D-4C89-998A-9C73C2D99829}" type="sibTrans" cxnId="{4BB4BE3E-0FEF-424C-A736-B9BDB97CFC98}">
      <dgm:prSet/>
      <dgm:spPr/>
      <dgm:t>
        <a:bodyPr/>
        <a:lstStyle/>
        <a:p>
          <a:endParaRPr lang="en-US"/>
        </a:p>
      </dgm:t>
    </dgm:pt>
    <dgm:pt modelId="{7C100DE2-C88F-482B-A2ED-8C23B816CCEF}" type="pres">
      <dgm:prSet presAssocID="{3BD6AFB9-0269-4250-9DD7-6D1D0FAE4EF6}" presName="root" presStyleCnt="0">
        <dgm:presLayoutVars>
          <dgm:dir/>
          <dgm:resizeHandles val="exact"/>
        </dgm:presLayoutVars>
      </dgm:prSet>
      <dgm:spPr/>
    </dgm:pt>
    <dgm:pt modelId="{43D6BB81-662F-4E6F-9087-81A9475781EF}" type="pres">
      <dgm:prSet presAssocID="{9B2703C3-3823-4226-BCFD-6ED488A13002}" presName="compNode" presStyleCnt="0"/>
      <dgm:spPr/>
    </dgm:pt>
    <dgm:pt modelId="{F8F3FD6C-A753-4514-9B17-845FB8E7E535}" type="pres">
      <dgm:prSet presAssocID="{9B2703C3-3823-4226-BCFD-6ED488A13002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24A1345-25EC-4A04-9F4B-53B5C289514E}" type="pres">
      <dgm:prSet presAssocID="{9B2703C3-3823-4226-BCFD-6ED488A1300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4EDE8A4-EE1D-4488-B272-381A175AE103}" type="pres">
      <dgm:prSet presAssocID="{9B2703C3-3823-4226-BCFD-6ED488A13002}" presName="spaceRect" presStyleCnt="0"/>
      <dgm:spPr/>
    </dgm:pt>
    <dgm:pt modelId="{89E5681B-449A-4880-86F8-06E9CF538290}" type="pres">
      <dgm:prSet presAssocID="{9B2703C3-3823-4226-BCFD-6ED488A13002}" presName="textRect" presStyleLbl="revTx" presStyleIdx="0" presStyleCnt="2">
        <dgm:presLayoutVars>
          <dgm:chMax val="1"/>
          <dgm:chPref val="1"/>
        </dgm:presLayoutVars>
      </dgm:prSet>
      <dgm:spPr/>
    </dgm:pt>
    <dgm:pt modelId="{1A5DADCC-1B43-4EC7-AEDB-0EB61D741B00}" type="pres">
      <dgm:prSet presAssocID="{53CB67EE-2993-4034-94C9-0AB9BF7B17B3}" presName="sibTrans" presStyleCnt="0"/>
      <dgm:spPr/>
    </dgm:pt>
    <dgm:pt modelId="{30F40C9C-B5D1-4ACB-B743-3309B3B15EE0}" type="pres">
      <dgm:prSet presAssocID="{D5ACD9E2-BF75-4FFC-A925-57A71BE00F5B}" presName="compNode" presStyleCnt="0"/>
      <dgm:spPr/>
    </dgm:pt>
    <dgm:pt modelId="{59108919-66A9-4969-BA90-FE13D82D9C83}" type="pres">
      <dgm:prSet presAssocID="{D5ACD9E2-BF75-4FFC-A925-57A71BE00F5B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CB54EBE-660C-4616-9EF4-E1D372FB19F6}" type="pres">
      <dgm:prSet presAssocID="{D5ACD9E2-BF75-4FFC-A925-57A71BE00F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60B02B2A-3975-4647-971F-B10100E4B1D8}" type="pres">
      <dgm:prSet presAssocID="{D5ACD9E2-BF75-4FFC-A925-57A71BE00F5B}" presName="spaceRect" presStyleCnt="0"/>
      <dgm:spPr/>
    </dgm:pt>
    <dgm:pt modelId="{15D0538D-847C-48E4-A4C5-7798E0D89601}" type="pres">
      <dgm:prSet presAssocID="{D5ACD9E2-BF75-4FFC-A925-57A71BE00F5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326AA24-216A-4766-B3A7-3DB75CDC44E6}" type="presOf" srcId="{3BD6AFB9-0269-4250-9DD7-6D1D0FAE4EF6}" destId="{7C100DE2-C88F-482B-A2ED-8C23B816CCEF}" srcOrd="0" destOrd="0" presId="urn:microsoft.com/office/officeart/2018/5/layout/IconLeafLabelList"/>
    <dgm:cxn modelId="{4BB4BE3E-0FEF-424C-A736-B9BDB97CFC98}" srcId="{3BD6AFB9-0269-4250-9DD7-6D1D0FAE4EF6}" destId="{D5ACD9E2-BF75-4FFC-A925-57A71BE00F5B}" srcOrd="1" destOrd="0" parTransId="{EEF0D97E-AE4F-4DDE-8385-F19F081F3FFB}" sibTransId="{1685C28F-7F7D-4C89-998A-9C73C2D99829}"/>
    <dgm:cxn modelId="{6F895284-3330-4CE7-BDC5-4D7B7C715DC6}" type="presOf" srcId="{D5ACD9E2-BF75-4FFC-A925-57A71BE00F5B}" destId="{15D0538D-847C-48E4-A4C5-7798E0D89601}" srcOrd="0" destOrd="0" presId="urn:microsoft.com/office/officeart/2018/5/layout/IconLeafLabelList"/>
    <dgm:cxn modelId="{169660E4-14C7-4D9A-8B5B-AEE6D74B2D05}" type="presOf" srcId="{9B2703C3-3823-4226-BCFD-6ED488A13002}" destId="{89E5681B-449A-4880-86F8-06E9CF538290}" srcOrd="0" destOrd="0" presId="urn:microsoft.com/office/officeart/2018/5/layout/IconLeafLabelList"/>
    <dgm:cxn modelId="{9A305BED-F247-4E33-A58E-A2ED96605700}" srcId="{3BD6AFB9-0269-4250-9DD7-6D1D0FAE4EF6}" destId="{9B2703C3-3823-4226-BCFD-6ED488A13002}" srcOrd="0" destOrd="0" parTransId="{FCAD4A3E-6543-4B3B-8EC2-7B84C893A0AD}" sibTransId="{53CB67EE-2993-4034-94C9-0AB9BF7B17B3}"/>
    <dgm:cxn modelId="{B862FE14-D3CA-40BC-8B9F-011A03AF8BEE}" type="presParOf" srcId="{7C100DE2-C88F-482B-A2ED-8C23B816CCEF}" destId="{43D6BB81-662F-4E6F-9087-81A9475781EF}" srcOrd="0" destOrd="0" presId="urn:microsoft.com/office/officeart/2018/5/layout/IconLeafLabelList"/>
    <dgm:cxn modelId="{E3017610-4D7D-4624-80D5-D47206C06114}" type="presParOf" srcId="{43D6BB81-662F-4E6F-9087-81A9475781EF}" destId="{F8F3FD6C-A753-4514-9B17-845FB8E7E535}" srcOrd="0" destOrd="0" presId="urn:microsoft.com/office/officeart/2018/5/layout/IconLeafLabelList"/>
    <dgm:cxn modelId="{09293284-B691-4142-A738-331DCF06F48A}" type="presParOf" srcId="{43D6BB81-662F-4E6F-9087-81A9475781EF}" destId="{624A1345-25EC-4A04-9F4B-53B5C289514E}" srcOrd="1" destOrd="0" presId="urn:microsoft.com/office/officeart/2018/5/layout/IconLeafLabelList"/>
    <dgm:cxn modelId="{3630E5C4-6D90-4E3D-9EE6-25254A71B0AC}" type="presParOf" srcId="{43D6BB81-662F-4E6F-9087-81A9475781EF}" destId="{E4EDE8A4-EE1D-4488-B272-381A175AE103}" srcOrd="2" destOrd="0" presId="urn:microsoft.com/office/officeart/2018/5/layout/IconLeafLabelList"/>
    <dgm:cxn modelId="{7F944AD6-8DC3-4779-A062-D906C901B5B4}" type="presParOf" srcId="{43D6BB81-662F-4E6F-9087-81A9475781EF}" destId="{89E5681B-449A-4880-86F8-06E9CF538290}" srcOrd="3" destOrd="0" presId="urn:microsoft.com/office/officeart/2018/5/layout/IconLeafLabelList"/>
    <dgm:cxn modelId="{8DFA58FB-DBA8-4BEE-91B2-DE98113C1F1F}" type="presParOf" srcId="{7C100DE2-C88F-482B-A2ED-8C23B816CCEF}" destId="{1A5DADCC-1B43-4EC7-AEDB-0EB61D741B00}" srcOrd="1" destOrd="0" presId="urn:microsoft.com/office/officeart/2018/5/layout/IconLeafLabelList"/>
    <dgm:cxn modelId="{54ADED9D-47EC-43E2-B28E-9FAA623D66C7}" type="presParOf" srcId="{7C100DE2-C88F-482B-A2ED-8C23B816CCEF}" destId="{30F40C9C-B5D1-4ACB-B743-3309B3B15EE0}" srcOrd="2" destOrd="0" presId="urn:microsoft.com/office/officeart/2018/5/layout/IconLeafLabelList"/>
    <dgm:cxn modelId="{045B3369-F27D-4FA0-BF90-7E4459CC2A3A}" type="presParOf" srcId="{30F40C9C-B5D1-4ACB-B743-3309B3B15EE0}" destId="{59108919-66A9-4969-BA90-FE13D82D9C83}" srcOrd="0" destOrd="0" presId="urn:microsoft.com/office/officeart/2018/5/layout/IconLeafLabelList"/>
    <dgm:cxn modelId="{73A623BA-616F-4AAC-A8F7-E769B1B69CE5}" type="presParOf" srcId="{30F40C9C-B5D1-4ACB-B743-3309B3B15EE0}" destId="{7CB54EBE-660C-4616-9EF4-E1D372FB19F6}" srcOrd="1" destOrd="0" presId="urn:microsoft.com/office/officeart/2018/5/layout/IconLeafLabelList"/>
    <dgm:cxn modelId="{DC604170-84DA-489A-B409-317EAD03CB0E}" type="presParOf" srcId="{30F40C9C-B5D1-4ACB-B743-3309B3B15EE0}" destId="{60B02B2A-3975-4647-971F-B10100E4B1D8}" srcOrd="2" destOrd="0" presId="urn:microsoft.com/office/officeart/2018/5/layout/IconLeafLabelList"/>
    <dgm:cxn modelId="{1B27D19F-ED3D-482E-86FB-C841B24D0394}" type="presParOf" srcId="{30F40C9C-B5D1-4ACB-B743-3309B3B15EE0}" destId="{15D0538D-847C-48E4-A4C5-7798E0D8960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73CB06-EE46-41B4-B05A-BD11312F964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9E2C786-AFF3-4EA1-A1ED-92509C2F2A0E}">
      <dgm:prSet/>
      <dgm:spPr/>
      <dgm:t>
        <a:bodyPr/>
        <a:lstStyle/>
        <a:p>
          <a:pPr>
            <a:defRPr cap="all"/>
          </a:pPr>
          <a:r>
            <a:rPr lang="en-US" b="0" i="0" baseline="0"/>
            <a:t>Identify key predictors </a:t>
          </a:r>
          <a:endParaRPr lang="en-US"/>
        </a:p>
      </dgm:t>
    </dgm:pt>
    <dgm:pt modelId="{932455D6-72C2-4792-8750-1C32CBDB3DE8}" type="parTrans" cxnId="{0E7E63DD-533A-4E75-B725-BE49E3F7F57B}">
      <dgm:prSet/>
      <dgm:spPr/>
      <dgm:t>
        <a:bodyPr/>
        <a:lstStyle/>
        <a:p>
          <a:endParaRPr lang="en-US"/>
        </a:p>
      </dgm:t>
    </dgm:pt>
    <dgm:pt modelId="{3DA3D9BD-F7D2-4231-81B1-705B193F6ADF}" type="sibTrans" cxnId="{0E7E63DD-533A-4E75-B725-BE49E3F7F57B}">
      <dgm:prSet/>
      <dgm:spPr/>
      <dgm:t>
        <a:bodyPr/>
        <a:lstStyle/>
        <a:p>
          <a:endParaRPr lang="en-US"/>
        </a:p>
      </dgm:t>
    </dgm:pt>
    <dgm:pt modelId="{9E7F6566-490C-4B36-824B-269FC5611D21}">
      <dgm:prSet/>
      <dgm:spPr/>
      <dgm:t>
        <a:bodyPr/>
        <a:lstStyle/>
        <a:p>
          <a:pPr>
            <a:defRPr cap="all"/>
          </a:pPr>
          <a:r>
            <a:rPr lang="en-US" b="0" i="0" baseline="0"/>
            <a:t>Build high-recall classification model </a:t>
          </a:r>
          <a:endParaRPr lang="en-US"/>
        </a:p>
      </dgm:t>
    </dgm:pt>
    <dgm:pt modelId="{35588E96-C79F-4388-9E6F-3ABEC0516F1D}" type="parTrans" cxnId="{5C078011-A9BC-40C5-B5CE-CD9B9344D955}">
      <dgm:prSet/>
      <dgm:spPr/>
      <dgm:t>
        <a:bodyPr/>
        <a:lstStyle/>
        <a:p>
          <a:endParaRPr lang="en-US"/>
        </a:p>
      </dgm:t>
    </dgm:pt>
    <dgm:pt modelId="{A7D1E16E-0C35-46C6-B775-F0C859D0D8B9}" type="sibTrans" cxnId="{5C078011-A9BC-40C5-B5CE-CD9B9344D955}">
      <dgm:prSet/>
      <dgm:spPr/>
      <dgm:t>
        <a:bodyPr/>
        <a:lstStyle/>
        <a:p>
          <a:endParaRPr lang="en-US"/>
        </a:p>
      </dgm:t>
    </dgm:pt>
    <dgm:pt modelId="{89B0493B-4F2E-407F-AF73-0564DC38B2BD}">
      <dgm:prSet/>
      <dgm:spPr/>
      <dgm:t>
        <a:bodyPr/>
        <a:lstStyle/>
        <a:p>
          <a:pPr>
            <a:defRPr cap="all"/>
          </a:pPr>
          <a:r>
            <a:rPr lang="en-US" b="0" i="0" baseline="0"/>
            <a:t>Deploy real-time prediction API </a:t>
          </a:r>
          <a:endParaRPr lang="en-US"/>
        </a:p>
      </dgm:t>
    </dgm:pt>
    <dgm:pt modelId="{F24FAD71-3D11-4BBD-BC80-1E8C2B941414}" type="parTrans" cxnId="{4C30266B-8DC2-4590-BB2D-2AD5220216FF}">
      <dgm:prSet/>
      <dgm:spPr/>
      <dgm:t>
        <a:bodyPr/>
        <a:lstStyle/>
        <a:p>
          <a:endParaRPr lang="en-US"/>
        </a:p>
      </dgm:t>
    </dgm:pt>
    <dgm:pt modelId="{4CB48E6B-617E-4EEA-AA20-424D80D35A11}" type="sibTrans" cxnId="{4C30266B-8DC2-4590-BB2D-2AD5220216FF}">
      <dgm:prSet/>
      <dgm:spPr/>
      <dgm:t>
        <a:bodyPr/>
        <a:lstStyle/>
        <a:p>
          <a:endParaRPr lang="en-US"/>
        </a:p>
      </dgm:t>
    </dgm:pt>
    <dgm:pt modelId="{F894E2D3-6257-4683-A55C-219A35BEE5B4}">
      <dgm:prSet/>
      <dgm:spPr/>
      <dgm:t>
        <a:bodyPr/>
        <a:lstStyle/>
        <a:p>
          <a:pPr>
            <a:defRPr cap="all"/>
          </a:pPr>
          <a:r>
            <a:rPr lang="en-US" b="0" i="0" baseline="0"/>
            <a:t>Automate personalized email outreach </a:t>
          </a:r>
          <a:endParaRPr lang="en-US"/>
        </a:p>
      </dgm:t>
    </dgm:pt>
    <dgm:pt modelId="{042C98D3-3AFA-4D29-A257-E30AB3BEA9BB}" type="parTrans" cxnId="{53F4C5CB-379B-467F-B083-A14D689DE700}">
      <dgm:prSet/>
      <dgm:spPr/>
      <dgm:t>
        <a:bodyPr/>
        <a:lstStyle/>
        <a:p>
          <a:endParaRPr lang="en-US"/>
        </a:p>
      </dgm:t>
    </dgm:pt>
    <dgm:pt modelId="{7D9905CE-39A0-4E58-BC8A-13585614F534}" type="sibTrans" cxnId="{53F4C5CB-379B-467F-B083-A14D689DE700}">
      <dgm:prSet/>
      <dgm:spPr/>
      <dgm:t>
        <a:bodyPr/>
        <a:lstStyle/>
        <a:p>
          <a:endParaRPr lang="en-US"/>
        </a:p>
      </dgm:t>
    </dgm:pt>
    <dgm:pt modelId="{D6577A5E-E81D-4848-B2A7-773E6E60D3AB}" type="pres">
      <dgm:prSet presAssocID="{1673CB06-EE46-41B4-B05A-BD11312F964C}" presName="root" presStyleCnt="0">
        <dgm:presLayoutVars>
          <dgm:dir/>
          <dgm:resizeHandles val="exact"/>
        </dgm:presLayoutVars>
      </dgm:prSet>
      <dgm:spPr/>
    </dgm:pt>
    <dgm:pt modelId="{1A7C1BEA-58D0-41B3-B37F-7F42DB7C001E}" type="pres">
      <dgm:prSet presAssocID="{89E2C786-AFF3-4EA1-A1ED-92509C2F2A0E}" presName="compNode" presStyleCnt="0"/>
      <dgm:spPr/>
    </dgm:pt>
    <dgm:pt modelId="{8ED116CB-F835-4437-A192-88DE624DAC8A}" type="pres">
      <dgm:prSet presAssocID="{89E2C786-AFF3-4EA1-A1ED-92509C2F2A0E}" presName="iconBgRect" presStyleLbl="bgShp" presStyleIdx="0" presStyleCnt="4"/>
      <dgm:spPr/>
    </dgm:pt>
    <dgm:pt modelId="{48B19DD6-10C6-48B1-90F1-4074C8C4AFD2}" type="pres">
      <dgm:prSet presAssocID="{89E2C786-AFF3-4EA1-A1ED-92509C2F2A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14446E-A7E9-4D52-A448-A275DA3B9748}" type="pres">
      <dgm:prSet presAssocID="{89E2C786-AFF3-4EA1-A1ED-92509C2F2A0E}" presName="spaceRect" presStyleCnt="0"/>
      <dgm:spPr/>
    </dgm:pt>
    <dgm:pt modelId="{AD684347-0E47-421A-8621-971BD47532DC}" type="pres">
      <dgm:prSet presAssocID="{89E2C786-AFF3-4EA1-A1ED-92509C2F2A0E}" presName="textRect" presStyleLbl="revTx" presStyleIdx="0" presStyleCnt="4">
        <dgm:presLayoutVars>
          <dgm:chMax val="1"/>
          <dgm:chPref val="1"/>
        </dgm:presLayoutVars>
      </dgm:prSet>
      <dgm:spPr/>
    </dgm:pt>
    <dgm:pt modelId="{A1D826AF-BEC7-4314-830C-B2F4405C7116}" type="pres">
      <dgm:prSet presAssocID="{3DA3D9BD-F7D2-4231-81B1-705B193F6ADF}" presName="sibTrans" presStyleCnt="0"/>
      <dgm:spPr/>
    </dgm:pt>
    <dgm:pt modelId="{8BB0016C-292A-4B90-BF08-96886C417FC4}" type="pres">
      <dgm:prSet presAssocID="{9E7F6566-490C-4B36-824B-269FC5611D21}" presName="compNode" presStyleCnt="0"/>
      <dgm:spPr/>
    </dgm:pt>
    <dgm:pt modelId="{B42DB4F5-DF96-41FF-BD71-AB98ABC5DD63}" type="pres">
      <dgm:prSet presAssocID="{9E7F6566-490C-4B36-824B-269FC5611D21}" presName="iconBgRect" presStyleLbl="bgShp" presStyleIdx="1" presStyleCnt="4"/>
      <dgm:spPr/>
    </dgm:pt>
    <dgm:pt modelId="{877F74A5-D63A-490F-B557-43A3CE324358}" type="pres">
      <dgm:prSet presAssocID="{9E7F6566-490C-4B36-824B-269FC5611D2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B0B35A1-8CDD-4B64-813B-CDB500399B29}" type="pres">
      <dgm:prSet presAssocID="{9E7F6566-490C-4B36-824B-269FC5611D21}" presName="spaceRect" presStyleCnt="0"/>
      <dgm:spPr/>
    </dgm:pt>
    <dgm:pt modelId="{4C03EB35-1195-438F-8D16-A1829C37F1CF}" type="pres">
      <dgm:prSet presAssocID="{9E7F6566-490C-4B36-824B-269FC5611D21}" presName="textRect" presStyleLbl="revTx" presStyleIdx="1" presStyleCnt="4">
        <dgm:presLayoutVars>
          <dgm:chMax val="1"/>
          <dgm:chPref val="1"/>
        </dgm:presLayoutVars>
      </dgm:prSet>
      <dgm:spPr/>
    </dgm:pt>
    <dgm:pt modelId="{6EA54ED9-CFB4-41CE-BFAE-4E1E1F47A06A}" type="pres">
      <dgm:prSet presAssocID="{A7D1E16E-0C35-46C6-B775-F0C859D0D8B9}" presName="sibTrans" presStyleCnt="0"/>
      <dgm:spPr/>
    </dgm:pt>
    <dgm:pt modelId="{8FFEB5F5-D299-443C-A368-7E16B429752B}" type="pres">
      <dgm:prSet presAssocID="{89B0493B-4F2E-407F-AF73-0564DC38B2BD}" presName="compNode" presStyleCnt="0"/>
      <dgm:spPr/>
    </dgm:pt>
    <dgm:pt modelId="{2BC71DB6-C36E-4DD8-B2D7-0ED4E4D2B0AC}" type="pres">
      <dgm:prSet presAssocID="{89B0493B-4F2E-407F-AF73-0564DC38B2BD}" presName="iconBgRect" presStyleLbl="bgShp" presStyleIdx="2" presStyleCnt="4"/>
      <dgm:spPr/>
    </dgm:pt>
    <dgm:pt modelId="{95120C93-B89B-48EE-8ADA-DF731505FAEF}" type="pres">
      <dgm:prSet presAssocID="{89B0493B-4F2E-407F-AF73-0564DC38B2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5BD84B-5C19-4CD3-ACEA-4E6BDC539625}" type="pres">
      <dgm:prSet presAssocID="{89B0493B-4F2E-407F-AF73-0564DC38B2BD}" presName="spaceRect" presStyleCnt="0"/>
      <dgm:spPr/>
    </dgm:pt>
    <dgm:pt modelId="{5F2BCF6F-C7A7-4B93-83E0-EEA8D518561B}" type="pres">
      <dgm:prSet presAssocID="{89B0493B-4F2E-407F-AF73-0564DC38B2BD}" presName="textRect" presStyleLbl="revTx" presStyleIdx="2" presStyleCnt="4">
        <dgm:presLayoutVars>
          <dgm:chMax val="1"/>
          <dgm:chPref val="1"/>
        </dgm:presLayoutVars>
      </dgm:prSet>
      <dgm:spPr/>
    </dgm:pt>
    <dgm:pt modelId="{5ED378F7-61CB-4B1C-B571-098C5E1D644B}" type="pres">
      <dgm:prSet presAssocID="{4CB48E6B-617E-4EEA-AA20-424D80D35A11}" presName="sibTrans" presStyleCnt="0"/>
      <dgm:spPr/>
    </dgm:pt>
    <dgm:pt modelId="{27EA0162-34BA-460B-8C42-FFF4C073ADB5}" type="pres">
      <dgm:prSet presAssocID="{F894E2D3-6257-4683-A55C-219A35BEE5B4}" presName="compNode" presStyleCnt="0"/>
      <dgm:spPr/>
    </dgm:pt>
    <dgm:pt modelId="{811155F3-32B7-4B52-8A1F-300ED6160C9D}" type="pres">
      <dgm:prSet presAssocID="{F894E2D3-6257-4683-A55C-219A35BEE5B4}" presName="iconBgRect" presStyleLbl="bgShp" presStyleIdx="3" presStyleCnt="4"/>
      <dgm:spPr/>
    </dgm:pt>
    <dgm:pt modelId="{DC090090-AD03-4AE2-A9BB-D48478D7FBA5}" type="pres">
      <dgm:prSet presAssocID="{F894E2D3-6257-4683-A55C-219A35BEE5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A1945509-6EEF-4BD0-8EE4-7155579C2A53}" type="pres">
      <dgm:prSet presAssocID="{F894E2D3-6257-4683-A55C-219A35BEE5B4}" presName="spaceRect" presStyleCnt="0"/>
      <dgm:spPr/>
    </dgm:pt>
    <dgm:pt modelId="{E078D2BD-E693-43A9-BC29-C6DEB39ACE77}" type="pres">
      <dgm:prSet presAssocID="{F894E2D3-6257-4683-A55C-219A35BEE5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C078011-A9BC-40C5-B5CE-CD9B9344D955}" srcId="{1673CB06-EE46-41B4-B05A-BD11312F964C}" destId="{9E7F6566-490C-4B36-824B-269FC5611D21}" srcOrd="1" destOrd="0" parTransId="{35588E96-C79F-4388-9E6F-3ABEC0516F1D}" sibTransId="{A7D1E16E-0C35-46C6-B775-F0C859D0D8B9}"/>
    <dgm:cxn modelId="{4C30266B-8DC2-4590-BB2D-2AD5220216FF}" srcId="{1673CB06-EE46-41B4-B05A-BD11312F964C}" destId="{89B0493B-4F2E-407F-AF73-0564DC38B2BD}" srcOrd="2" destOrd="0" parTransId="{F24FAD71-3D11-4BBD-BC80-1E8C2B941414}" sibTransId="{4CB48E6B-617E-4EEA-AA20-424D80D35A11}"/>
    <dgm:cxn modelId="{0ACA0B71-47AD-461A-8998-C39ECCEE17E1}" type="presOf" srcId="{89B0493B-4F2E-407F-AF73-0564DC38B2BD}" destId="{5F2BCF6F-C7A7-4B93-83E0-EEA8D518561B}" srcOrd="0" destOrd="0" presId="urn:microsoft.com/office/officeart/2018/5/layout/IconCircleLabelList"/>
    <dgm:cxn modelId="{A3A4AD71-1670-4F13-AE99-9ECA4F37165E}" type="presOf" srcId="{89E2C786-AFF3-4EA1-A1ED-92509C2F2A0E}" destId="{AD684347-0E47-421A-8621-971BD47532DC}" srcOrd="0" destOrd="0" presId="urn:microsoft.com/office/officeart/2018/5/layout/IconCircleLabelList"/>
    <dgm:cxn modelId="{A8B968A8-CD27-4EA7-97D5-D2C4EF4877E4}" type="presOf" srcId="{1673CB06-EE46-41B4-B05A-BD11312F964C}" destId="{D6577A5E-E81D-4848-B2A7-773E6E60D3AB}" srcOrd="0" destOrd="0" presId="urn:microsoft.com/office/officeart/2018/5/layout/IconCircleLabelList"/>
    <dgm:cxn modelId="{579982C0-D1E3-4217-BF37-75E0D835D184}" type="presOf" srcId="{9E7F6566-490C-4B36-824B-269FC5611D21}" destId="{4C03EB35-1195-438F-8D16-A1829C37F1CF}" srcOrd="0" destOrd="0" presId="urn:microsoft.com/office/officeart/2018/5/layout/IconCircleLabelList"/>
    <dgm:cxn modelId="{682065C9-E599-4C3E-AFC2-78B0A23FF7F5}" type="presOf" srcId="{F894E2D3-6257-4683-A55C-219A35BEE5B4}" destId="{E078D2BD-E693-43A9-BC29-C6DEB39ACE77}" srcOrd="0" destOrd="0" presId="urn:microsoft.com/office/officeart/2018/5/layout/IconCircleLabelList"/>
    <dgm:cxn modelId="{53F4C5CB-379B-467F-B083-A14D689DE700}" srcId="{1673CB06-EE46-41B4-B05A-BD11312F964C}" destId="{F894E2D3-6257-4683-A55C-219A35BEE5B4}" srcOrd="3" destOrd="0" parTransId="{042C98D3-3AFA-4D29-A257-E30AB3BEA9BB}" sibTransId="{7D9905CE-39A0-4E58-BC8A-13585614F534}"/>
    <dgm:cxn modelId="{0E7E63DD-533A-4E75-B725-BE49E3F7F57B}" srcId="{1673CB06-EE46-41B4-B05A-BD11312F964C}" destId="{89E2C786-AFF3-4EA1-A1ED-92509C2F2A0E}" srcOrd="0" destOrd="0" parTransId="{932455D6-72C2-4792-8750-1C32CBDB3DE8}" sibTransId="{3DA3D9BD-F7D2-4231-81B1-705B193F6ADF}"/>
    <dgm:cxn modelId="{4E1E4831-B95E-42C7-866C-139D812676D4}" type="presParOf" srcId="{D6577A5E-E81D-4848-B2A7-773E6E60D3AB}" destId="{1A7C1BEA-58D0-41B3-B37F-7F42DB7C001E}" srcOrd="0" destOrd="0" presId="urn:microsoft.com/office/officeart/2018/5/layout/IconCircleLabelList"/>
    <dgm:cxn modelId="{C91AD61D-92C2-4D11-81C6-0E41942DDFAF}" type="presParOf" srcId="{1A7C1BEA-58D0-41B3-B37F-7F42DB7C001E}" destId="{8ED116CB-F835-4437-A192-88DE624DAC8A}" srcOrd="0" destOrd="0" presId="urn:microsoft.com/office/officeart/2018/5/layout/IconCircleLabelList"/>
    <dgm:cxn modelId="{0BA036C7-F66E-4EDA-9EED-3A8ECB98EAD8}" type="presParOf" srcId="{1A7C1BEA-58D0-41B3-B37F-7F42DB7C001E}" destId="{48B19DD6-10C6-48B1-90F1-4074C8C4AFD2}" srcOrd="1" destOrd="0" presId="urn:microsoft.com/office/officeart/2018/5/layout/IconCircleLabelList"/>
    <dgm:cxn modelId="{FB75DF34-87DA-41BD-827F-443B65C7733E}" type="presParOf" srcId="{1A7C1BEA-58D0-41B3-B37F-7F42DB7C001E}" destId="{9614446E-A7E9-4D52-A448-A275DA3B9748}" srcOrd="2" destOrd="0" presId="urn:microsoft.com/office/officeart/2018/5/layout/IconCircleLabelList"/>
    <dgm:cxn modelId="{8F5ED016-55C8-4E3D-A33E-A697DBE8B623}" type="presParOf" srcId="{1A7C1BEA-58D0-41B3-B37F-7F42DB7C001E}" destId="{AD684347-0E47-421A-8621-971BD47532DC}" srcOrd="3" destOrd="0" presId="urn:microsoft.com/office/officeart/2018/5/layout/IconCircleLabelList"/>
    <dgm:cxn modelId="{F4CB4295-8BAB-406A-AC60-3DE9BFECAC6E}" type="presParOf" srcId="{D6577A5E-E81D-4848-B2A7-773E6E60D3AB}" destId="{A1D826AF-BEC7-4314-830C-B2F4405C7116}" srcOrd="1" destOrd="0" presId="urn:microsoft.com/office/officeart/2018/5/layout/IconCircleLabelList"/>
    <dgm:cxn modelId="{09985D2E-D8E0-4C1E-906F-389A09F1A0AC}" type="presParOf" srcId="{D6577A5E-E81D-4848-B2A7-773E6E60D3AB}" destId="{8BB0016C-292A-4B90-BF08-96886C417FC4}" srcOrd="2" destOrd="0" presId="urn:microsoft.com/office/officeart/2018/5/layout/IconCircleLabelList"/>
    <dgm:cxn modelId="{514608C5-2750-4208-B0F1-E2E2A3FC7588}" type="presParOf" srcId="{8BB0016C-292A-4B90-BF08-96886C417FC4}" destId="{B42DB4F5-DF96-41FF-BD71-AB98ABC5DD63}" srcOrd="0" destOrd="0" presId="urn:microsoft.com/office/officeart/2018/5/layout/IconCircleLabelList"/>
    <dgm:cxn modelId="{015A2266-FDA2-4A86-B2C4-3C9B90FB57A4}" type="presParOf" srcId="{8BB0016C-292A-4B90-BF08-96886C417FC4}" destId="{877F74A5-D63A-490F-B557-43A3CE324358}" srcOrd="1" destOrd="0" presId="urn:microsoft.com/office/officeart/2018/5/layout/IconCircleLabelList"/>
    <dgm:cxn modelId="{0212AC74-568E-4F03-B257-12E22C717F70}" type="presParOf" srcId="{8BB0016C-292A-4B90-BF08-96886C417FC4}" destId="{8B0B35A1-8CDD-4B64-813B-CDB500399B29}" srcOrd="2" destOrd="0" presId="urn:microsoft.com/office/officeart/2018/5/layout/IconCircleLabelList"/>
    <dgm:cxn modelId="{33551E85-9753-4ADD-8417-FC42E981455F}" type="presParOf" srcId="{8BB0016C-292A-4B90-BF08-96886C417FC4}" destId="{4C03EB35-1195-438F-8D16-A1829C37F1CF}" srcOrd="3" destOrd="0" presId="urn:microsoft.com/office/officeart/2018/5/layout/IconCircleLabelList"/>
    <dgm:cxn modelId="{1442184C-F70B-4089-B8B4-E0B7397400F3}" type="presParOf" srcId="{D6577A5E-E81D-4848-B2A7-773E6E60D3AB}" destId="{6EA54ED9-CFB4-41CE-BFAE-4E1E1F47A06A}" srcOrd="3" destOrd="0" presId="urn:microsoft.com/office/officeart/2018/5/layout/IconCircleLabelList"/>
    <dgm:cxn modelId="{0B8DFACC-0D3C-4510-BD42-AB0EAA7F3DC6}" type="presParOf" srcId="{D6577A5E-E81D-4848-B2A7-773E6E60D3AB}" destId="{8FFEB5F5-D299-443C-A368-7E16B429752B}" srcOrd="4" destOrd="0" presId="urn:microsoft.com/office/officeart/2018/5/layout/IconCircleLabelList"/>
    <dgm:cxn modelId="{33156D55-5CC2-47F4-A2DB-DACCF67C7DA6}" type="presParOf" srcId="{8FFEB5F5-D299-443C-A368-7E16B429752B}" destId="{2BC71DB6-C36E-4DD8-B2D7-0ED4E4D2B0AC}" srcOrd="0" destOrd="0" presId="urn:microsoft.com/office/officeart/2018/5/layout/IconCircleLabelList"/>
    <dgm:cxn modelId="{1A4C4DAD-2C3D-4B9E-82DF-A26ED09342B3}" type="presParOf" srcId="{8FFEB5F5-D299-443C-A368-7E16B429752B}" destId="{95120C93-B89B-48EE-8ADA-DF731505FAEF}" srcOrd="1" destOrd="0" presId="urn:microsoft.com/office/officeart/2018/5/layout/IconCircleLabelList"/>
    <dgm:cxn modelId="{EF9D76D8-1E19-4A9B-B0BA-5EF453FA953D}" type="presParOf" srcId="{8FFEB5F5-D299-443C-A368-7E16B429752B}" destId="{D25BD84B-5C19-4CD3-ACEA-4E6BDC539625}" srcOrd="2" destOrd="0" presId="urn:microsoft.com/office/officeart/2018/5/layout/IconCircleLabelList"/>
    <dgm:cxn modelId="{0F422747-5080-4116-80E1-C566D2B0BE16}" type="presParOf" srcId="{8FFEB5F5-D299-443C-A368-7E16B429752B}" destId="{5F2BCF6F-C7A7-4B93-83E0-EEA8D518561B}" srcOrd="3" destOrd="0" presId="urn:microsoft.com/office/officeart/2018/5/layout/IconCircleLabelList"/>
    <dgm:cxn modelId="{01681BAF-6802-49AE-BCE0-E247B7BAFAE0}" type="presParOf" srcId="{D6577A5E-E81D-4848-B2A7-773E6E60D3AB}" destId="{5ED378F7-61CB-4B1C-B571-098C5E1D644B}" srcOrd="5" destOrd="0" presId="urn:microsoft.com/office/officeart/2018/5/layout/IconCircleLabelList"/>
    <dgm:cxn modelId="{C9BF8E5B-D653-47B2-8B2B-E9D1EAFDE602}" type="presParOf" srcId="{D6577A5E-E81D-4848-B2A7-773E6E60D3AB}" destId="{27EA0162-34BA-460B-8C42-FFF4C073ADB5}" srcOrd="6" destOrd="0" presId="urn:microsoft.com/office/officeart/2018/5/layout/IconCircleLabelList"/>
    <dgm:cxn modelId="{1D745D4B-AAB0-4D4F-A0E6-3CE76554BEBB}" type="presParOf" srcId="{27EA0162-34BA-460B-8C42-FFF4C073ADB5}" destId="{811155F3-32B7-4B52-8A1F-300ED6160C9D}" srcOrd="0" destOrd="0" presId="urn:microsoft.com/office/officeart/2018/5/layout/IconCircleLabelList"/>
    <dgm:cxn modelId="{8E5BA7DC-2D52-4FB0-B6E2-B1E7022A5500}" type="presParOf" srcId="{27EA0162-34BA-460B-8C42-FFF4C073ADB5}" destId="{DC090090-AD03-4AE2-A9BB-D48478D7FBA5}" srcOrd="1" destOrd="0" presId="urn:microsoft.com/office/officeart/2018/5/layout/IconCircleLabelList"/>
    <dgm:cxn modelId="{E8833500-FB2F-4579-BC56-5F67A6BB1D54}" type="presParOf" srcId="{27EA0162-34BA-460B-8C42-FFF4C073ADB5}" destId="{A1945509-6EEF-4BD0-8EE4-7155579C2A53}" srcOrd="2" destOrd="0" presId="urn:microsoft.com/office/officeart/2018/5/layout/IconCircleLabelList"/>
    <dgm:cxn modelId="{2B2354DC-362F-469D-9E73-7C64E8B83581}" type="presParOf" srcId="{27EA0162-34BA-460B-8C42-FFF4C073ADB5}" destId="{E078D2BD-E693-43A9-BC29-C6DEB39ACE7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D2EDBE-DD85-4F71-8ACB-C1DBC1160678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20ADE5C-8646-4C8B-A53A-28F3A90FCF0C}">
      <dgm:prSet/>
      <dgm:spPr/>
      <dgm:t>
        <a:bodyPr/>
        <a:lstStyle/>
        <a:p>
          <a:r>
            <a:rPr lang="en-US" dirty="0"/>
            <a:t>Data preprocessing (type correction, encoding, scaling, binning)</a:t>
          </a:r>
        </a:p>
      </dgm:t>
    </dgm:pt>
    <dgm:pt modelId="{D11ACD9B-1158-4067-810B-A899BB4B32C9}" type="parTrans" cxnId="{981DDBD3-466D-4855-948E-AABA3888EDAD}">
      <dgm:prSet/>
      <dgm:spPr/>
      <dgm:t>
        <a:bodyPr/>
        <a:lstStyle/>
        <a:p>
          <a:endParaRPr lang="en-US"/>
        </a:p>
      </dgm:t>
    </dgm:pt>
    <dgm:pt modelId="{00A4F7AF-6045-4BF2-9365-AD0E910FCEE4}" type="sibTrans" cxnId="{981DDBD3-466D-4855-948E-AABA3888EDAD}">
      <dgm:prSet/>
      <dgm:spPr/>
      <dgm:t>
        <a:bodyPr/>
        <a:lstStyle/>
        <a:p>
          <a:endParaRPr lang="en-US"/>
        </a:p>
      </dgm:t>
    </dgm:pt>
    <dgm:pt modelId="{03EBE3E0-377A-4326-8146-53258021F03D}">
      <dgm:prSet/>
      <dgm:spPr/>
      <dgm:t>
        <a:bodyPr/>
        <a:lstStyle/>
        <a:p>
          <a:r>
            <a:rPr lang="en-US" dirty="0"/>
            <a:t>Label encoding for categorical variables</a:t>
          </a:r>
        </a:p>
      </dgm:t>
    </dgm:pt>
    <dgm:pt modelId="{C98E4D8F-ADFB-4851-AF9E-5D7FC0D027F2}" type="parTrans" cxnId="{16A7E4BF-92B8-432A-A367-4D5271D8F84B}">
      <dgm:prSet/>
      <dgm:spPr/>
      <dgm:t>
        <a:bodyPr/>
        <a:lstStyle/>
        <a:p>
          <a:endParaRPr lang="en-US"/>
        </a:p>
      </dgm:t>
    </dgm:pt>
    <dgm:pt modelId="{E0685E86-DA8F-44D7-A3DA-790F881C7E00}" type="sibTrans" cxnId="{16A7E4BF-92B8-432A-A367-4D5271D8F84B}">
      <dgm:prSet/>
      <dgm:spPr/>
      <dgm:t>
        <a:bodyPr/>
        <a:lstStyle/>
        <a:p>
          <a:endParaRPr lang="en-US"/>
        </a:p>
      </dgm:t>
    </dgm:pt>
    <dgm:pt modelId="{4BF11F26-E8E7-4B7A-B615-D18EF7945F77}">
      <dgm:prSet/>
      <dgm:spPr/>
      <dgm:t>
        <a:bodyPr/>
        <a:lstStyle/>
        <a:p>
          <a:r>
            <a:rPr lang="en-US"/>
            <a:t>Standardization for numerical features</a:t>
          </a:r>
        </a:p>
      </dgm:t>
    </dgm:pt>
    <dgm:pt modelId="{009597EF-70CB-4346-B6DF-4180FAF4434A}" type="parTrans" cxnId="{8C259904-E364-4992-B7EC-6BC64B56E5CC}">
      <dgm:prSet/>
      <dgm:spPr/>
      <dgm:t>
        <a:bodyPr/>
        <a:lstStyle/>
        <a:p>
          <a:endParaRPr lang="en-US"/>
        </a:p>
      </dgm:t>
    </dgm:pt>
    <dgm:pt modelId="{8B7E8F21-9537-4817-AFA1-479A9804A1FD}" type="sibTrans" cxnId="{8C259904-E364-4992-B7EC-6BC64B56E5CC}">
      <dgm:prSet/>
      <dgm:spPr/>
      <dgm:t>
        <a:bodyPr/>
        <a:lstStyle/>
        <a:p>
          <a:endParaRPr lang="en-US"/>
        </a:p>
      </dgm:t>
    </dgm:pt>
    <dgm:pt modelId="{80505DD2-5251-467E-87D4-F693E00E069C}">
      <dgm:prSet/>
      <dgm:spPr/>
      <dgm:t>
        <a:bodyPr/>
        <a:lstStyle/>
        <a:p>
          <a:r>
            <a:rPr lang="en-US" dirty="0"/>
            <a:t>Train-test split (80-20), stratify and </a:t>
          </a:r>
          <a:r>
            <a:rPr lang="en-US" dirty="0" err="1"/>
            <a:t>scale_pos</a:t>
          </a:r>
          <a:endParaRPr lang="en-US" dirty="0"/>
        </a:p>
      </dgm:t>
    </dgm:pt>
    <dgm:pt modelId="{9CE0D498-3466-4F16-B267-322077183510}" type="parTrans" cxnId="{802E7F27-2CEF-4C1E-B01A-F6DCE9B47E28}">
      <dgm:prSet/>
      <dgm:spPr/>
      <dgm:t>
        <a:bodyPr/>
        <a:lstStyle/>
        <a:p>
          <a:endParaRPr lang="en-US"/>
        </a:p>
      </dgm:t>
    </dgm:pt>
    <dgm:pt modelId="{2A04544E-2847-4BE6-8816-8E307A47E970}" type="sibTrans" cxnId="{802E7F27-2CEF-4C1E-B01A-F6DCE9B47E28}">
      <dgm:prSet/>
      <dgm:spPr/>
      <dgm:t>
        <a:bodyPr/>
        <a:lstStyle/>
        <a:p>
          <a:endParaRPr lang="en-US"/>
        </a:p>
      </dgm:t>
    </dgm:pt>
    <dgm:pt modelId="{19569DA5-A2C1-4FFE-8B10-BA6068E473EE}">
      <dgm:prSet/>
      <dgm:spPr/>
      <dgm:t>
        <a:bodyPr/>
        <a:lstStyle/>
        <a:p>
          <a:r>
            <a:rPr lang="en-US"/>
            <a:t>Three models trained: Logistic Regression, Random Forest, XGBoost</a:t>
          </a:r>
        </a:p>
      </dgm:t>
    </dgm:pt>
    <dgm:pt modelId="{79EA3193-4560-41B3-A725-A53A1F10A370}" type="parTrans" cxnId="{5BC1C9C3-D356-4FED-A695-4ACD82AE96C3}">
      <dgm:prSet/>
      <dgm:spPr/>
      <dgm:t>
        <a:bodyPr/>
        <a:lstStyle/>
        <a:p>
          <a:endParaRPr lang="en-US"/>
        </a:p>
      </dgm:t>
    </dgm:pt>
    <dgm:pt modelId="{0C47F1F7-DF1A-4A98-9304-12B5EF46E31F}" type="sibTrans" cxnId="{5BC1C9C3-D356-4FED-A695-4ACD82AE96C3}">
      <dgm:prSet/>
      <dgm:spPr/>
      <dgm:t>
        <a:bodyPr/>
        <a:lstStyle/>
        <a:p>
          <a:endParaRPr lang="en-US"/>
        </a:p>
      </dgm:t>
    </dgm:pt>
    <dgm:pt modelId="{74723E41-4363-492C-99F3-B77CB17F9B4B}" type="pres">
      <dgm:prSet presAssocID="{27D2EDBE-DD85-4F71-8ACB-C1DBC1160678}" presName="diagram" presStyleCnt="0">
        <dgm:presLayoutVars>
          <dgm:dir/>
          <dgm:resizeHandles val="exact"/>
        </dgm:presLayoutVars>
      </dgm:prSet>
      <dgm:spPr/>
    </dgm:pt>
    <dgm:pt modelId="{E6B775DC-9EE5-42DF-AE9E-0C418B1CF004}" type="pres">
      <dgm:prSet presAssocID="{420ADE5C-8646-4C8B-A53A-28F3A90FCF0C}" presName="node" presStyleLbl="node1" presStyleIdx="0" presStyleCnt="5">
        <dgm:presLayoutVars>
          <dgm:bulletEnabled val="1"/>
        </dgm:presLayoutVars>
      </dgm:prSet>
      <dgm:spPr/>
    </dgm:pt>
    <dgm:pt modelId="{2304034B-67EE-44AB-A7C4-E6937D2388BA}" type="pres">
      <dgm:prSet presAssocID="{00A4F7AF-6045-4BF2-9365-AD0E910FCEE4}" presName="sibTrans" presStyleLbl="sibTrans2D1" presStyleIdx="0" presStyleCnt="4"/>
      <dgm:spPr/>
    </dgm:pt>
    <dgm:pt modelId="{382C4086-73B3-403C-BA20-C1EE164C5EAB}" type="pres">
      <dgm:prSet presAssocID="{00A4F7AF-6045-4BF2-9365-AD0E910FCEE4}" presName="connectorText" presStyleLbl="sibTrans2D1" presStyleIdx="0" presStyleCnt="4"/>
      <dgm:spPr/>
    </dgm:pt>
    <dgm:pt modelId="{7C44EF77-5BBE-43BB-90CF-EB88017FB1B3}" type="pres">
      <dgm:prSet presAssocID="{03EBE3E0-377A-4326-8146-53258021F03D}" presName="node" presStyleLbl="node1" presStyleIdx="1" presStyleCnt="5">
        <dgm:presLayoutVars>
          <dgm:bulletEnabled val="1"/>
        </dgm:presLayoutVars>
      </dgm:prSet>
      <dgm:spPr/>
    </dgm:pt>
    <dgm:pt modelId="{5DF9075E-DB40-40D1-A5DD-197372772E29}" type="pres">
      <dgm:prSet presAssocID="{E0685E86-DA8F-44D7-A3DA-790F881C7E00}" presName="sibTrans" presStyleLbl="sibTrans2D1" presStyleIdx="1" presStyleCnt="4"/>
      <dgm:spPr/>
    </dgm:pt>
    <dgm:pt modelId="{9DF66EE1-A845-49E0-95A3-EAE708B93033}" type="pres">
      <dgm:prSet presAssocID="{E0685E86-DA8F-44D7-A3DA-790F881C7E00}" presName="connectorText" presStyleLbl="sibTrans2D1" presStyleIdx="1" presStyleCnt="4"/>
      <dgm:spPr/>
    </dgm:pt>
    <dgm:pt modelId="{1CF9B275-217A-4836-BCCF-44FEE342C5FA}" type="pres">
      <dgm:prSet presAssocID="{4BF11F26-E8E7-4B7A-B615-D18EF7945F77}" presName="node" presStyleLbl="node1" presStyleIdx="2" presStyleCnt="5">
        <dgm:presLayoutVars>
          <dgm:bulletEnabled val="1"/>
        </dgm:presLayoutVars>
      </dgm:prSet>
      <dgm:spPr/>
    </dgm:pt>
    <dgm:pt modelId="{DAC8997C-0E66-494E-98A5-BEEF539B9CD9}" type="pres">
      <dgm:prSet presAssocID="{8B7E8F21-9537-4817-AFA1-479A9804A1FD}" presName="sibTrans" presStyleLbl="sibTrans2D1" presStyleIdx="2" presStyleCnt="4"/>
      <dgm:spPr/>
    </dgm:pt>
    <dgm:pt modelId="{DF9B9212-46E4-4C4E-9263-3A059925579B}" type="pres">
      <dgm:prSet presAssocID="{8B7E8F21-9537-4817-AFA1-479A9804A1FD}" presName="connectorText" presStyleLbl="sibTrans2D1" presStyleIdx="2" presStyleCnt="4"/>
      <dgm:spPr/>
    </dgm:pt>
    <dgm:pt modelId="{36126F69-9818-4765-8857-13E2CF9E80F2}" type="pres">
      <dgm:prSet presAssocID="{80505DD2-5251-467E-87D4-F693E00E069C}" presName="node" presStyleLbl="node1" presStyleIdx="3" presStyleCnt="5">
        <dgm:presLayoutVars>
          <dgm:bulletEnabled val="1"/>
        </dgm:presLayoutVars>
      </dgm:prSet>
      <dgm:spPr/>
    </dgm:pt>
    <dgm:pt modelId="{6B93B574-6EAB-4A59-85D4-B017833C993E}" type="pres">
      <dgm:prSet presAssocID="{2A04544E-2847-4BE6-8816-8E307A47E970}" presName="sibTrans" presStyleLbl="sibTrans2D1" presStyleIdx="3" presStyleCnt="4"/>
      <dgm:spPr/>
    </dgm:pt>
    <dgm:pt modelId="{7675A05A-7C6D-4373-963D-8E6864A31CFD}" type="pres">
      <dgm:prSet presAssocID="{2A04544E-2847-4BE6-8816-8E307A47E970}" presName="connectorText" presStyleLbl="sibTrans2D1" presStyleIdx="3" presStyleCnt="4"/>
      <dgm:spPr/>
    </dgm:pt>
    <dgm:pt modelId="{A46AAB7D-E40D-4F08-A996-238748E37875}" type="pres">
      <dgm:prSet presAssocID="{19569DA5-A2C1-4FFE-8B10-BA6068E473EE}" presName="node" presStyleLbl="node1" presStyleIdx="4" presStyleCnt="5">
        <dgm:presLayoutVars>
          <dgm:bulletEnabled val="1"/>
        </dgm:presLayoutVars>
      </dgm:prSet>
      <dgm:spPr/>
    </dgm:pt>
  </dgm:ptLst>
  <dgm:cxnLst>
    <dgm:cxn modelId="{8C259904-E364-4992-B7EC-6BC64B56E5CC}" srcId="{27D2EDBE-DD85-4F71-8ACB-C1DBC1160678}" destId="{4BF11F26-E8E7-4B7A-B615-D18EF7945F77}" srcOrd="2" destOrd="0" parTransId="{009597EF-70CB-4346-B6DF-4180FAF4434A}" sibTransId="{8B7E8F21-9537-4817-AFA1-479A9804A1FD}"/>
    <dgm:cxn modelId="{802E7F27-2CEF-4C1E-B01A-F6DCE9B47E28}" srcId="{27D2EDBE-DD85-4F71-8ACB-C1DBC1160678}" destId="{80505DD2-5251-467E-87D4-F693E00E069C}" srcOrd="3" destOrd="0" parTransId="{9CE0D498-3466-4F16-B267-322077183510}" sibTransId="{2A04544E-2847-4BE6-8816-8E307A47E970}"/>
    <dgm:cxn modelId="{A7BD2130-BF5E-4D5A-A844-6390EEF36757}" type="presOf" srcId="{2A04544E-2847-4BE6-8816-8E307A47E970}" destId="{7675A05A-7C6D-4373-963D-8E6864A31CFD}" srcOrd="1" destOrd="0" presId="urn:microsoft.com/office/officeart/2005/8/layout/process5"/>
    <dgm:cxn modelId="{AE47D93C-8286-4D51-821C-EC5257929F85}" type="presOf" srcId="{19569DA5-A2C1-4FFE-8B10-BA6068E473EE}" destId="{A46AAB7D-E40D-4F08-A996-238748E37875}" srcOrd="0" destOrd="0" presId="urn:microsoft.com/office/officeart/2005/8/layout/process5"/>
    <dgm:cxn modelId="{45F39B70-7C96-4C71-B8D6-355982931279}" type="presOf" srcId="{00A4F7AF-6045-4BF2-9365-AD0E910FCEE4}" destId="{2304034B-67EE-44AB-A7C4-E6937D2388BA}" srcOrd="0" destOrd="0" presId="urn:microsoft.com/office/officeart/2005/8/layout/process5"/>
    <dgm:cxn modelId="{12FB2C52-3F75-4D0D-9A6D-095E8E6F9B1F}" type="presOf" srcId="{00A4F7AF-6045-4BF2-9365-AD0E910FCEE4}" destId="{382C4086-73B3-403C-BA20-C1EE164C5EAB}" srcOrd="1" destOrd="0" presId="urn:microsoft.com/office/officeart/2005/8/layout/process5"/>
    <dgm:cxn modelId="{9E884158-830B-4C17-8536-AA9C44E5CD41}" type="presOf" srcId="{80505DD2-5251-467E-87D4-F693E00E069C}" destId="{36126F69-9818-4765-8857-13E2CF9E80F2}" srcOrd="0" destOrd="0" presId="urn:microsoft.com/office/officeart/2005/8/layout/process5"/>
    <dgm:cxn modelId="{AEAB7088-EFE5-454B-8797-6DAB6F55A2FC}" type="presOf" srcId="{2A04544E-2847-4BE6-8816-8E307A47E970}" destId="{6B93B574-6EAB-4A59-85D4-B017833C993E}" srcOrd="0" destOrd="0" presId="urn:microsoft.com/office/officeart/2005/8/layout/process5"/>
    <dgm:cxn modelId="{D3DEFAB8-527B-4713-84A4-FB500D470302}" type="presOf" srcId="{03EBE3E0-377A-4326-8146-53258021F03D}" destId="{7C44EF77-5BBE-43BB-90CF-EB88017FB1B3}" srcOrd="0" destOrd="0" presId="urn:microsoft.com/office/officeart/2005/8/layout/process5"/>
    <dgm:cxn modelId="{F9FCD6BA-2AE7-4EDC-9F34-893D2D6D4E5B}" type="presOf" srcId="{E0685E86-DA8F-44D7-A3DA-790F881C7E00}" destId="{5DF9075E-DB40-40D1-A5DD-197372772E29}" srcOrd="0" destOrd="0" presId="urn:microsoft.com/office/officeart/2005/8/layout/process5"/>
    <dgm:cxn modelId="{16A7E4BF-92B8-432A-A367-4D5271D8F84B}" srcId="{27D2EDBE-DD85-4F71-8ACB-C1DBC1160678}" destId="{03EBE3E0-377A-4326-8146-53258021F03D}" srcOrd="1" destOrd="0" parTransId="{C98E4D8F-ADFB-4851-AF9E-5D7FC0D027F2}" sibTransId="{E0685E86-DA8F-44D7-A3DA-790F881C7E00}"/>
    <dgm:cxn modelId="{0B8233C1-8CE3-4CDD-9704-B4D10FA4222D}" type="presOf" srcId="{420ADE5C-8646-4C8B-A53A-28F3A90FCF0C}" destId="{E6B775DC-9EE5-42DF-AE9E-0C418B1CF004}" srcOrd="0" destOrd="0" presId="urn:microsoft.com/office/officeart/2005/8/layout/process5"/>
    <dgm:cxn modelId="{5BC1C9C3-D356-4FED-A695-4ACD82AE96C3}" srcId="{27D2EDBE-DD85-4F71-8ACB-C1DBC1160678}" destId="{19569DA5-A2C1-4FFE-8B10-BA6068E473EE}" srcOrd="4" destOrd="0" parTransId="{79EA3193-4560-41B3-A725-A53A1F10A370}" sibTransId="{0C47F1F7-DF1A-4A98-9304-12B5EF46E31F}"/>
    <dgm:cxn modelId="{874F50C5-25BB-42A2-8472-59DEF358E05D}" type="presOf" srcId="{8B7E8F21-9537-4817-AFA1-479A9804A1FD}" destId="{DF9B9212-46E4-4C4E-9263-3A059925579B}" srcOrd="1" destOrd="0" presId="urn:microsoft.com/office/officeart/2005/8/layout/process5"/>
    <dgm:cxn modelId="{981DDBD3-466D-4855-948E-AABA3888EDAD}" srcId="{27D2EDBE-DD85-4F71-8ACB-C1DBC1160678}" destId="{420ADE5C-8646-4C8B-A53A-28F3A90FCF0C}" srcOrd="0" destOrd="0" parTransId="{D11ACD9B-1158-4067-810B-A899BB4B32C9}" sibTransId="{00A4F7AF-6045-4BF2-9365-AD0E910FCEE4}"/>
    <dgm:cxn modelId="{3F8D7FDF-1014-4E3D-AE54-C2554FDC9F78}" type="presOf" srcId="{8B7E8F21-9537-4817-AFA1-479A9804A1FD}" destId="{DAC8997C-0E66-494E-98A5-BEEF539B9CD9}" srcOrd="0" destOrd="0" presId="urn:microsoft.com/office/officeart/2005/8/layout/process5"/>
    <dgm:cxn modelId="{9BF9F5EF-CFD8-436D-9D35-D0472FEFA256}" type="presOf" srcId="{4BF11F26-E8E7-4B7A-B615-D18EF7945F77}" destId="{1CF9B275-217A-4836-BCCF-44FEE342C5FA}" srcOrd="0" destOrd="0" presId="urn:microsoft.com/office/officeart/2005/8/layout/process5"/>
    <dgm:cxn modelId="{A4EC9DFE-17CD-499C-8B47-107781937060}" type="presOf" srcId="{27D2EDBE-DD85-4F71-8ACB-C1DBC1160678}" destId="{74723E41-4363-492C-99F3-B77CB17F9B4B}" srcOrd="0" destOrd="0" presId="urn:microsoft.com/office/officeart/2005/8/layout/process5"/>
    <dgm:cxn modelId="{014D06FF-AB4F-433B-AB31-99686E6E4EE6}" type="presOf" srcId="{E0685E86-DA8F-44D7-A3DA-790F881C7E00}" destId="{9DF66EE1-A845-49E0-95A3-EAE708B93033}" srcOrd="1" destOrd="0" presId="urn:microsoft.com/office/officeart/2005/8/layout/process5"/>
    <dgm:cxn modelId="{24D972FE-AD84-4E18-BDA6-C7CEA70E8FE3}" type="presParOf" srcId="{74723E41-4363-492C-99F3-B77CB17F9B4B}" destId="{E6B775DC-9EE5-42DF-AE9E-0C418B1CF004}" srcOrd="0" destOrd="0" presId="urn:microsoft.com/office/officeart/2005/8/layout/process5"/>
    <dgm:cxn modelId="{BDD6CA76-521B-4AF0-AE2C-2FE51968F5FE}" type="presParOf" srcId="{74723E41-4363-492C-99F3-B77CB17F9B4B}" destId="{2304034B-67EE-44AB-A7C4-E6937D2388BA}" srcOrd="1" destOrd="0" presId="urn:microsoft.com/office/officeart/2005/8/layout/process5"/>
    <dgm:cxn modelId="{445FF747-FF08-4380-AACA-EA41CEEE82AE}" type="presParOf" srcId="{2304034B-67EE-44AB-A7C4-E6937D2388BA}" destId="{382C4086-73B3-403C-BA20-C1EE164C5EAB}" srcOrd="0" destOrd="0" presId="urn:microsoft.com/office/officeart/2005/8/layout/process5"/>
    <dgm:cxn modelId="{4C0127E4-CB76-4A5B-B86C-A20F6BC55571}" type="presParOf" srcId="{74723E41-4363-492C-99F3-B77CB17F9B4B}" destId="{7C44EF77-5BBE-43BB-90CF-EB88017FB1B3}" srcOrd="2" destOrd="0" presId="urn:microsoft.com/office/officeart/2005/8/layout/process5"/>
    <dgm:cxn modelId="{DC4263FF-7934-49C9-B888-BC77482EF706}" type="presParOf" srcId="{74723E41-4363-492C-99F3-B77CB17F9B4B}" destId="{5DF9075E-DB40-40D1-A5DD-197372772E29}" srcOrd="3" destOrd="0" presId="urn:microsoft.com/office/officeart/2005/8/layout/process5"/>
    <dgm:cxn modelId="{687944AD-CCD8-4D63-B7A6-5C6BF2E37DC6}" type="presParOf" srcId="{5DF9075E-DB40-40D1-A5DD-197372772E29}" destId="{9DF66EE1-A845-49E0-95A3-EAE708B93033}" srcOrd="0" destOrd="0" presId="urn:microsoft.com/office/officeart/2005/8/layout/process5"/>
    <dgm:cxn modelId="{F5E9AB72-1FBD-4BE6-BBB7-E1768A2AFFBE}" type="presParOf" srcId="{74723E41-4363-492C-99F3-B77CB17F9B4B}" destId="{1CF9B275-217A-4836-BCCF-44FEE342C5FA}" srcOrd="4" destOrd="0" presId="urn:microsoft.com/office/officeart/2005/8/layout/process5"/>
    <dgm:cxn modelId="{30CA8D9F-3473-45DD-8BEE-8EDD8B74D244}" type="presParOf" srcId="{74723E41-4363-492C-99F3-B77CB17F9B4B}" destId="{DAC8997C-0E66-494E-98A5-BEEF539B9CD9}" srcOrd="5" destOrd="0" presId="urn:microsoft.com/office/officeart/2005/8/layout/process5"/>
    <dgm:cxn modelId="{6DFFC003-B310-48E0-8388-11B85F27138B}" type="presParOf" srcId="{DAC8997C-0E66-494E-98A5-BEEF539B9CD9}" destId="{DF9B9212-46E4-4C4E-9263-3A059925579B}" srcOrd="0" destOrd="0" presId="urn:microsoft.com/office/officeart/2005/8/layout/process5"/>
    <dgm:cxn modelId="{FBBCA5FB-A980-4BAA-8DEE-9B8761F11C70}" type="presParOf" srcId="{74723E41-4363-492C-99F3-B77CB17F9B4B}" destId="{36126F69-9818-4765-8857-13E2CF9E80F2}" srcOrd="6" destOrd="0" presId="urn:microsoft.com/office/officeart/2005/8/layout/process5"/>
    <dgm:cxn modelId="{CBAFDA65-EAE8-4FB5-ABC2-90DFCD71FA7D}" type="presParOf" srcId="{74723E41-4363-492C-99F3-B77CB17F9B4B}" destId="{6B93B574-6EAB-4A59-85D4-B017833C993E}" srcOrd="7" destOrd="0" presId="urn:microsoft.com/office/officeart/2005/8/layout/process5"/>
    <dgm:cxn modelId="{C8155EB3-814E-413C-8AA3-D95CFDF71A6F}" type="presParOf" srcId="{6B93B574-6EAB-4A59-85D4-B017833C993E}" destId="{7675A05A-7C6D-4373-963D-8E6864A31CFD}" srcOrd="0" destOrd="0" presId="urn:microsoft.com/office/officeart/2005/8/layout/process5"/>
    <dgm:cxn modelId="{6745B391-4E9F-4404-A9E5-34F42870A0C6}" type="presParOf" srcId="{74723E41-4363-492C-99F3-B77CB17F9B4B}" destId="{A46AAB7D-E40D-4F08-A996-238748E3787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24AD1A-183D-41EF-A01F-3DD71B202D0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C73F59-3EA9-4640-9414-68187AB8F06E}">
      <dgm:prSet/>
      <dgm:spPr/>
      <dgm:t>
        <a:bodyPr/>
        <a:lstStyle/>
        <a:p>
          <a:r>
            <a:rPr lang="en-US"/>
            <a:t>High income customers (&gt;$100K) = higher acceptance</a:t>
          </a:r>
        </a:p>
      </dgm:t>
    </dgm:pt>
    <dgm:pt modelId="{2A6A0B87-1A67-4706-B905-F74F21719B6A}" type="parTrans" cxnId="{B7395234-7941-44B3-B19B-532124A8A79E}">
      <dgm:prSet/>
      <dgm:spPr/>
      <dgm:t>
        <a:bodyPr/>
        <a:lstStyle/>
        <a:p>
          <a:endParaRPr lang="en-US"/>
        </a:p>
      </dgm:t>
    </dgm:pt>
    <dgm:pt modelId="{7CDBB335-AF09-45A1-9ECB-D6770FF55216}" type="sibTrans" cxnId="{B7395234-7941-44B3-B19B-532124A8A79E}">
      <dgm:prSet/>
      <dgm:spPr/>
      <dgm:t>
        <a:bodyPr/>
        <a:lstStyle/>
        <a:p>
          <a:endParaRPr lang="en-US"/>
        </a:p>
      </dgm:t>
    </dgm:pt>
    <dgm:pt modelId="{8CAA8474-9850-4218-A780-D9D2790244CD}">
      <dgm:prSet/>
      <dgm:spPr/>
      <dgm:t>
        <a:bodyPr/>
        <a:lstStyle/>
        <a:p>
          <a:r>
            <a:rPr lang="en-US"/>
            <a:t>Graduate/Advanced education = strong influence</a:t>
          </a:r>
        </a:p>
      </dgm:t>
    </dgm:pt>
    <dgm:pt modelId="{3B0404E3-0CCD-4F69-9DA8-D73821345B71}" type="parTrans" cxnId="{F65C1369-C9FE-4ADF-9A63-20DA72DCB94A}">
      <dgm:prSet/>
      <dgm:spPr/>
      <dgm:t>
        <a:bodyPr/>
        <a:lstStyle/>
        <a:p>
          <a:endParaRPr lang="en-US"/>
        </a:p>
      </dgm:t>
    </dgm:pt>
    <dgm:pt modelId="{65A7FAF1-1687-4B84-BF1B-2A8C28E728DC}" type="sibTrans" cxnId="{F65C1369-C9FE-4ADF-9A63-20DA72DCB94A}">
      <dgm:prSet/>
      <dgm:spPr/>
      <dgm:t>
        <a:bodyPr/>
        <a:lstStyle/>
        <a:p>
          <a:endParaRPr lang="en-US"/>
        </a:p>
      </dgm:t>
    </dgm:pt>
    <dgm:pt modelId="{B3A7E4CD-6738-4EEC-8484-184EA6545BC5}">
      <dgm:prSet/>
      <dgm:spPr/>
      <dgm:t>
        <a:bodyPr/>
        <a:lstStyle/>
        <a:p>
          <a:r>
            <a:rPr lang="en-US"/>
            <a:t>CD Account holders = 13× more likely</a:t>
          </a:r>
        </a:p>
      </dgm:t>
    </dgm:pt>
    <dgm:pt modelId="{C34CA2DC-E6C6-4B2F-9EA6-98E162909C1E}" type="parTrans" cxnId="{1F63FC29-7949-4B91-8275-1B4432F418F1}">
      <dgm:prSet/>
      <dgm:spPr/>
      <dgm:t>
        <a:bodyPr/>
        <a:lstStyle/>
        <a:p>
          <a:endParaRPr lang="en-US"/>
        </a:p>
      </dgm:t>
    </dgm:pt>
    <dgm:pt modelId="{23829558-7CD3-4ED9-A179-EC58B6BA9877}" type="sibTrans" cxnId="{1F63FC29-7949-4B91-8275-1B4432F418F1}">
      <dgm:prSet/>
      <dgm:spPr/>
      <dgm:t>
        <a:bodyPr/>
        <a:lstStyle/>
        <a:p>
          <a:endParaRPr lang="en-US"/>
        </a:p>
      </dgm:t>
    </dgm:pt>
    <dgm:pt modelId="{58158500-4F8F-4B54-AD0D-E738BFA7F6DB}">
      <dgm:prSet/>
      <dgm:spPr/>
      <dgm:t>
        <a:bodyPr/>
        <a:lstStyle/>
        <a:p>
          <a:r>
            <a:rPr lang="en-US"/>
            <a:t>Online/CreditCard = minimal predictive value</a:t>
          </a:r>
        </a:p>
      </dgm:t>
    </dgm:pt>
    <dgm:pt modelId="{40050AF5-130A-41C9-A041-6C04BB51DF78}" type="parTrans" cxnId="{A89D4564-C932-42E1-9876-8375135DAFA0}">
      <dgm:prSet/>
      <dgm:spPr/>
      <dgm:t>
        <a:bodyPr/>
        <a:lstStyle/>
        <a:p>
          <a:endParaRPr lang="en-US"/>
        </a:p>
      </dgm:t>
    </dgm:pt>
    <dgm:pt modelId="{1B900D0A-D05A-4839-9CF8-2C204C39900B}" type="sibTrans" cxnId="{A89D4564-C932-42E1-9876-8375135DAFA0}">
      <dgm:prSet/>
      <dgm:spPr/>
      <dgm:t>
        <a:bodyPr/>
        <a:lstStyle/>
        <a:p>
          <a:endParaRPr lang="en-US"/>
        </a:p>
      </dgm:t>
    </dgm:pt>
    <dgm:pt modelId="{46BB8940-7A04-404B-BC7F-D0CB1242E611}" type="pres">
      <dgm:prSet presAssocID="{3424AD1A-183D-41EF-A01F-3DD71B202D07}" presName="linear" presStyleCnt="0">
        <dgm:presLayoutVars>
          <dgm:animLvl val="lvl"/>
          <dgm:resizeHandles val="exact"/>
        </dgm:presLayoutVars>
      </dgm:prSet>
      <dgm:spPr/>
    </dgm:pt>
    <dgm:pt modelId="{679757B8-BF27-4AE1-AAD9-5DE6A1D592C4}" type="pres">
      <dgm:prSet presAssocID="{DCC73F59-3EA9-4640-9414-68187AB8F0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882D74-59F3-452A-8A2E-797703E57D9E}" type="pres">
      <dgm:prSet presAssocID="{7CDBB335-AF09-45A1-9ECB-D6770FF55216}" presName="spacer" presStyleCnt="0"/>
      <dgm:spPr/>
    </dgm:pt>
    <dgm:pt modelId="{D776458C-4065-43E4-A913-1092CBD4DC24}" type="pres">
      <dgm:prSet presAssocID="{8CAA8474-9850-4218-A780-D9D2790244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A29AF3-F8AC-4CD1-B2D8-8D298FCC6B81}" type="pres">
      <dgm:prSet presAssocID="{65A7FAF1-1687-4B84-BF1B-2A8C28E728DC}" presName="spacer" presStyleCnt="0"/>
      <dgm:spPr/>
    </dgm:pt>
    <dgm:pt modelId="{3D52A835-990C-4ACD-A11C-2806FFF08D11}" type="pres">
      <dgm:prSet presAssocID="{B3A7E4CD-6738-4EEC-8484-184EA6545B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E0FEA4-2FAC-44EE-BC90-810E66280318}" type="pres">
      <dgm:prSet presAssocID="{23829558-7CD3-4ED9-A179-EC58B6BA9877}" presName="spacer" presStyleCnt="0"/>
      <dgm:spPr/>
    </dgm:pt>
    <dgm:pt modelId="{2D17E43A-E670-4D6D-BD8D-E7DD9141CCFD}" type="pres">
      <dgm:prSet presAssocID="{58158500-4F8F-4B54-AD0D-E738BFA7F6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606F13-1478-4F87-9AA0-E1D58E232D84}" type="presOf" srcId="{8CAA8474-9850-4218-A780-D9D2790244CD}" destId="{D776458C-4065-43E4-A913-1092CBD4DC24}" srcOrd="0" destOrd="0" presId="urn:microsoft.com/office/officeart/2005/8/layout/vList2"/>
    <dgm:cxn modelId="{1F63FC29-7949-4B91-8275-1B4432F418F1}" srcId="{3424AD1A-183D-41EF-A01F-3DD71B202D07}" destId="{B3A7E4CD-6738-4EEC-8484-184EA6545BC5}" srcOrd="2" destOrd="0" parTransId="{C34CA2DC-E6C6-4B2F-9EA6-98E162909C1E}" sibTransId="{23829558-7CD3-4ED9-A179-EC58B6BA9877}"/>
    <dgm:cxn modelId="{B7395234-7941-44B3-B19B-532124A8A79E}" srcId="{3424AD1A-183D-41EF-A01F-3DD71B202D07}" destId="{DCC73F59-3EA9-4640-9414-68187AB8F06E}" srcOrd="0" destOrd="0" parTransId="{2A6A0B87-1A67-4706-B905-F74F21719B6A}" sibTransId="{7CDBB335-AF09-45A1-9ECB-D6770FF55216}"/>
    <dgm:cxn modelId="{A89D4564-C932-42E1-9876-8375135DAFA0}" srcId="{3424AD1A-183D-41EF-A01F-3DD71B202D07}" destId="{58158500-4F8F-4B54-AD0D-E738BFA7F6DB}" srcOrd="3" destOrd="0" parTransId="{40050AF5-130A-41C9-A041-6C04BB51DF78}" sibTransId="{1B900D0A-D05A-4839-9CF8-2C204C39900B}"/>
    <dgm:cxn modelId="{F65C1369-C9FE-4ADF-9A63-20DA72DCB94A}" srcId="{3424AD1A-183D-41EF-A01F-3DD71B202D07}" destId="{8CAA8474-9850-4218-A780-D9D2790244CD}" srcOrd="1" destOrd="0" parTransId="{3B0404E3-0CCD-4F69-9DA8-D73821345B71}" sibTransId="{65A7FAF1-1687-4B84-BF1B-2A8C28E728DC}"/>
    <dgm:cxn modelId="{78E9FF56-F173-4990-80C3-6CEEAA3A61A9}" type="presOf" srcId="{DCC73F59-3EA9-4640-9414-68187AB8F06E}" destId="{679757B8-BF27-4AE1-AAD9-5DE6A1D592C4}" srcOrd="0" destOrd="0" presId="urn:microsoft.com/office/officeart/2005/8/layout/vList2"/>
    <dgm:cxn modelId="{7FC5EEAA-51C7-4C38-9428-A8A0CB2A1313}" type="presOf" srcId="{3424AD1A-183D-41EF-A01F-3DD71B202D07}" destId="{46BB8940-7A04-404B-BC7F-D0CB1242E611}" srcOrd="0" destOrd="0" presId="urn:microsoft.com/office/officeart/2005/8/layout/vList2"/>
    <dgm:cxn modelId="{B9AECDD7-C7DF-4203-894F-D71F32126A05}" type="presOf" srcId="{58158500-4F8F-4B54-AD0D-E738BFA7F6DB}" destId="{2D17E43A-E670-4D6D-BD8D-E7DD9141CCFD}" srcOrd="0" destOrd="0" presId="urn:microsoft.com/office/officeart/2005/8/layout/vList2"/>
    <dgm:cxn modelId="{6D9631F0-868C-44A1-A668-1A50E658BA9D}" type="presOf" srcId="{B3A7E4CD-6738-4EEC-8484-184EA6545BC5}" destId="{3D52A835-990C-4ACD-A11C-2806FFF08D11}" srcOrd="0" destOrd="0" presId="urn:microsoft.com/office/officeart/2005/8/layout/vList2"/>
    <dgm:cxn modelId="{F045B3FB-516D-474A-AA5B-1C1F4A290FE6}" type="presParOf" srcId="{46BB8940-7A04-404B-BC7F-D0CB1242E611}" destId="{679757B8-BF27-4AE1-AAD9-5DE6A1D592C4}" srcOrd="0" destOrd="0" presId="urn:microsoft.com/office/officeart/2005/8/layout/vList2"/>
    <dgm:cxn modelId="{D00E864C-0302-48F8-AEBD-C250D4F65A7F}" type="presParOf" srcId="{46BB8940-7A04-404B-BC7F-D0CB1242E611}" destId="{8A882D74-59F3-452A-8A2E-797703E57D9E}" srcOrd="1" destOrd="0" presId="urn:microsoft.com/office/officeart/2005/8/layout/vList2"/>
    <dgm:cxn modelId="{C211457E-3C36-4E05-9003-4CAD53FEC0FA}" type="presParOf" srcId="{46BB8940-7A04-404B-BC7F-D0CB1242E611}" destId="{D776458C-4065-43E4-A913-1092CBD4DC24}" srcOrd="2" destOrd="0" presId="urn:microsoft.com/office/officeart/2005/8/layout/vList2"/>
    <dgm:cxn modelId="{B607F210-0A3E-4733-828A-DD58ED9F7EE2}" type="presParOf" srcId="{46BB8940-7A04-404B-BC7F-D0CB1242E611}" destId="{E4A29AF3-F8AC-4CD1-B2D8-8D298FCC6B81}" srcOrd="3" destOrd="0" presId="urn:microsoft.com/office/officeart/2005/8/layout/vList2"/>
    <dgm:cxn modelId="{A94921E6-1116-4F62-8634-C82A9512CDDC}" type="presParOf" srcId="{46BB8940-7A04-404B-BC7F-D0CB1242E611}" destId="{3D52A835-990C-4ACD-A11C-2806FFF08D11}" srcOrd="4" destOrd="0" presId="urn:microsoft.com/office/officeart/2005/8/layout/vList2"/>
    <dgm:cxn modelId="{2DBE683B-B0FE-4CDB-B517-067524DC358A}" type="presParOf" srcId="{46BB8940-7A04-404B-BC7F-D0CB1242E611}" destId="{9DE0FEA4-2FAC-44EE-BC90-810E66280318}" srcOrd="5" destOrd="0" presId="urn:microsoft.com/office/officeart/2005/8/layout/vList2"/>
    <dgm:cxn modelId="{9F20D820-02E2-412D-A629-C2C0BAEB943E}" type="presParOf" srcId="{46BB8940-7A04-404B-BC7F-D0CB1242E611}" destId="{2D17E43A-E670-4D6D-BD8D-E7DD9141CC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8C04943-B831-46A5-B590-EB7108CED3A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4C31A45-9D5F-45EF-B474-7FB42A707AB7}">
      <dgm:prSet/>
      <dgm:spPr/>
      <dgm:t>
        <a:bodyPr/>
        <a:lstStyle/>
        <a:p>
          <a:r>
            <a:rPr lang="en-US" b="1" dirty="0"/>
            <a:t>Marketing:</a:t>
          </a:r>
        </a:p>
        <a:p>
          <a:r>
            <a:rPr lang="en-US" dirty="0"/>
            <a:t> Personalized targeting, higher engagement</a:t>
          </a:r>
        </a:p>
      </dgm:t>
    </dgm:pt>
    <dgm:pt modelId="{D065E238-8695-4879-9553-1666B8CCAD0F}" type="parTrans" cxnId="{79ED8AB7-14DF-4A51-9AC4-29FEFA7A7B3F}">
      <dgm:prSet/>
      <dgm:spPr/>
      <dgm:t>
        <a:bodyPr/>
        <a:lstStyle/>
        <a:p>
          <a:endParaRPr lang="en-US"/>
        </a:p>
      </dgm:t>
    </dgm:pt>
    <dgm:pt modelId="{E114DABF-F3A4-4700-BA7C-6FE46A4A753E}" type="sibTrans" cxnId="{79ED8AB7-14DF-4A51-9AC4-29FEFA7A7B3F}">
      <dgm:prSet/>
      <dgm:spPr/>
      <dgm:t>
        <a:bodyPr/>
        <a:lstStyle/>
        <a:p>
          <a:endParaRPr lang="en-US"/>
        </a:p>
      </dgm:t>
    </dgm:pt>
    <dgm:pt modelId="{A0A04183-B04F-4FE5-818B-735E5DD8BDE6}">
      <dgm:prSet/>
      <dgm:spPr/>
      <dgm:t>
        <a:bodyPr/>
        <a:lstStyle/>
        <a:p>
          <a:r>
            <a:rPr lang="en-US" b="1" dirty="0"/>
            <a:t>Operational:</a:t>
          </a:r>
        </a:p>
        <a:p>
          <a:r>
            <a:rPr lang="en-US" dirty="0"/>
            <a:t> Automated workflow, scalable system</a:t>
          </a:r>
        </a:p>
      </dgm:t>
    </dgm:pt>
    <dgm:pt modelId="{025C981F-5771-4CCE-805F-1645F2F5A1AC}" type="parTrans" cxnId="{0076CB09-526A-4789-9D34-9733A2571382}">
      <dgm:prSet/>
      <dgm:spPr/>
      <dgm:t>
        <a:bodyPr/>
        <a:lstStyle/>
        <a:p>
          <a:endParaRPr lang="en-US"/>
        </a:p>
      </dgm:t>
    </dgm:pt>
    <dgm:pt modelId="{C9EBD2C7-FCD2-4667-BDB0-A1CF36BCD6F1}" type="sibTrans" cxnId="{0076CB09-526A-4789-9D34-9733A2571382}">
      <dgm:prSet/>
      <dgm:spPr/>
      <dgm:t>
        <a:bodyPr/>
        <a:lstStyle/>
        <a:p>
          <a:endParaRPr lang="en-US"/>
        </a:p>
      </dgm:t>
    </dgm:pt>
    <dgm:pt modelId="{4C1B00E1-86B1-4947-8222-E76A1F5383A6}">
      <dgm:prSet/>
      <dgm:spPr/>
      <dgm:t>
        <a:bodyPr/>
        <a:lstStyle/>
        <a:p>
          <a:r>
            <a:rPr lang="en-US" b="1" dirty="0"/>
            <a:t>Financial: </a:t>
          </a:r>
        </a:p>
        <a:p>
          <a:r>
            <a:rPr lang="en-US" dirty="0"/>
            <a:t>Cost optimization, increased ROI, fewer false negatives</a:t>
          </a:r>
        </a:p>
      </dgm:t>
    </dgm:pt>
    <dgm:pt modelId="{AFF4E669-6198-4C72-8B36-48A73709472C}" type="parTrans" cxnId="{6F191C01-55E8-4C86-968F-654EEDA9FA8B}">
      <dgm:prSet/>
      <dgm:spPr/>
      <dgm:t>
        <a:bodyPr/>
        <a:lstStyle/>
        <a:p>
          <a:endParaRPr lang="en-US"/>
        </a:p>
      </dgm:t>
    </dgm:pt>
    <dgm:pt modelId="{076448A3-32FD-4482-9EAE-D141EAD3136A}" type="sibTrans" cxnId="{6F191C01-55E8-4C86-968F-654EEDA9FA8B}">
      <dgm:prSet/>
      <dgm:spPr/>
      <dgm:t>
        <a:bodyPr/>
        <a:lstStyle/>
        <a:p>
          <a:endParaRPr lang="en-US"/>
        </a:p>
      </dgm:t>
    </dgm:pt>
    <dgm:pt modelId="{6FDFEEDA-1FD5-4D6E-9E5D-E00DC3751FF3}" type="pres">
      <dgm:prSet presAssocID="{F8C04943-B831-46A5-B590-EB7108CED3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A03B376-894C-48BA-8E6E-47D00FB3AE97}" type="pres">
      <dgm:prSet presAssocID="{84C31A45-9D5F-45EF-B474-7FB42A707AB7}" presName="hierRoot1" presStyleCnt="0"/>
      <dgm:spPr/>
    </dgm:pt>
    <dgm:pt modelId="{BC18DF56-14BF-492C-836D-50FEFDE8A4D7}" type="pres">
      <dgm:prSet presAssocID="{84C31A45-9D5F-45EF-B474-7FB42A707AB7}" presName="composite" presStyleCnt="0"/>
      <dgm:spPr/>
    </dgm:pt>
    <dgm:pt modelId="{BB854297-86BA-4335-875D-6D50A9B6B355}" type="pres">
      <dgm:prSet presAssocID="{84C31A45-9D5F-45EF-B474-7FB42A707AB7}" presName="background" presStyleLbl="node0" presStyleIdx="0" presStyleCnt="3"/>
      <dgm:spPr/>
    </dgm:pt>
    <dgm:pt modelId="{FFCB71B2-6653-4C12-B036-A5FAE0B89906}" type="pres">
      <dgm:prSet presAssocID="{84C31A45-9D5F-45EF-B474-7FB42A707AB7}" presName="text" presStyleLbl="fgAcc0" presStyleIdx="0" presStyleCnt="3">
        <dgm:presLayoutVars>
          <dgm:chPref val="3"/>
        </dgm:presLayoutVars>
      </dgm:prSet>
      <dgm:spPr/>
    </dgm:pt>
    <dgm:pt modelId="{6C9702C2-E015-4811-831A-AD09687AB586}" type="pres">
      <dgm:prSet presAssocID="{84C31A45-9D5F-45EF-B474-7FB42A707AB7}" presName="hierChild2" presStyleCnt="0"/>
      <dgm:spPr/>
    </dgm:pt>
    <dgm:pt modelId="{3B3C4172-4254-4BCB-851F-4DFD33C1E832}" type="pres">
      <dgm:prSet presAssocID="{A0A04183-B04F-4FE5-818B-735E5DD8BDE6}" presName="hierRoot1" presStyleCnt="0"/>
      <dgm:spPr/>
    </dgm:pt>
    <dgm:pt modelId="{BD6F969E-BCBE-4DA7-BAFD-F295AD7B873A}" type="pres">
      <dgm:prSet presAssocID="{A0A04183-B04F-4FE5-818B-735E5DD8BDE6}" presName="composite" presStyleCnt="0"/>
      <dgm:spPr/>
    </dgm:pt>
    <dgm:pt modelId="{A57D383D-7C7E-4641-9A4B-4BF92CB53A80}" type="pres">
      <dgm:prSet presAssocID="{A0A04183-B04F-4FE5-818B-735E5DD8BDE6}" presName="background" presStyleLbl="node0" presStyleIdx="1" presStyleCnt="3"/>
      <dgm:spPr/>
    </dgm:pt>
    <dgm:pt modelId="{75E777F5-12E2-4502-949F-4529D88EFB57}" type="pres">
      <dgm:prSet presAssocID="{A0A04183-B04F-4FE5-818B-735E5DD8BDE6}" presName="text" presStyleLbl="fgAcc0" presStyleIdx="1" presStyleCnt="3">
        <dgm:presLayoutVars>
          <dgm:chPref val="3"/>
        </dgm:presLayoutVars>
      </dgm:prSet>
      <dgm:spPr/>
    </dgm:pt>
    <dgm:pt modelId="{72F9A9F1-1DF1-4337-8190-B7E99EC5CC65}" type="pres">
      <dgm:prSet presAssocID="{A0A04183-B04F-4FE5-818B-735E5DD8BDE6}" presName="hierChild2" presStyleCnt="0"/>
      <dgm:spPr/>
    </dgm:pt>
    <dgm:pt modelId="{9468D4FF-05FA-4B25-8DC4-9001DCEF950A}" type="pres">
      <dgm:prSet presAssocID="{4C1B00E1-86B1-4947-8222-E76A1F5383A6}" presName="hierRoot1" presStyleCnt="0"/>
      <dgm:spPr/>
    </dgm:pt>
    <dgm:pt modelId="{C539E2B8-1D04-4872-B37B-2AED0E3CB2BE}" type="pres">
      <dgm:prSet presAssocID="{4C1B00E1-86B1-4947-8222-E76A1F5383A6}" presName="composite" presStyleCnt="0"/>
      <dgm:spPr/>
    </dgm:pt>
    <dgm:pt modelId="{59255DCD-22D7-4556-A442-9C53CEB75BAF}" type="pres">
      <dgm:prSet presAssocID="{4C1B00E1-86B1-4947-8222-E76A1F5383A6}" presName="background" presStyleLbl="node0" presStyleIdx="2" presStyleCnt="3"/>
      <dgm:spPr/>
    </dgm:pt>
    <dgm:pt modelId="{A74A3DA1-599D-4D57-8508-FAC00B0F4548}" type="pres">
      <dgm:prSet presAssocID="{4C1B00E1-86B1-4947-8222-E76A1F5383A6}" presName="text" presStyleLbl="fgAcc0" presStyleIdx="2" presStyleCnt="3">
        <dgm:presLayoutVars>
          <dgm:chPref val="3"/>
        </dgm:presLayoutVars>
      </dgm:prSet>
      <dgm:spPr/>
    </dgm:pt>
    <dgm:pt modelId="{14DB885C-6441-4BF0-B709-70E832900A1B}" type="pres">
      <dgm:prSet presAssocID="{4C1B00E1-86B1-4947-8222-E76A1F5383A6}" presName="hierChild2" presStyleCnt="0"/>
      <dgm:spPr/>
    </dgm:pt>
  </dgm:ptLst>
  <dgm:cxnLst>
    <dgm:cxn modelId="{6F191C01-55E8-4C86-968F-654EEDA9FA8B}" srcId="{F8C04943-B831-46A5-B590-EB7108CED3AA}" destId="{4C1B00E1-86B1-4947-8222-E76A1F5383A6}" srcOrd="2" destOrd="0" parTransId="{AFF4E669-6198-4C72-8B36-48A73709472C}" sibTransId="{076448A3-32FD-4482-9EAE-D141EAD3136A}"/>
    <dgm:cxn modelId="{D49F4103-BC9C-43EE-9ADE-5AFD07D00EE7}" type="presOf" srcId="{4C1B00E1-86B1-4947-8222-E76A1F5383A6}" destId="{A74A3DA1-599D-4D57-8508-FAC00B0F4548}" srcOrd="0" destOrd="0" presId="urn:microsoft.com/office/officeart/2005/8/layout/hierarchy1"/>
    <dgm:cxn modelId="{0076CB09-526A-4789-9D34-9733A2571382}" srcId="{F8C04943-B831-46A5-B590-EB7108CED3AA}" destId="{A0A04183-B04F-4FE5-818B-735E5DD8BDE6}" srcOrd="1" destOrd="0" parTransId="{025C981F-5771-4CCE-805F-1645F2F5A1AC}" sibTransId="{C9EBD2C7-FCD2-4667-BDB0-A1CF36BCD6F1}"/>
    <dgm:cxn modelId="{7D51783B-AB71-48AA-9AB6-89ABC869B4E8}" type="presOf" srcId="{84C31A45-9D5F-45EF-B474-7FB42A707AB7}" destId="{FFCB71B2-6653-4C12-B036-A5FAE0B89906}" srcOrd="0" destOrd="0" presId="urn:microsoft.com/office/officeart/2005/8/layout/hierarchy1"/>
    <dgm:cxn modelId="{76AF1D73-BD7B-4D6C-83A9-A2C3469C66E1}" type="presOf" srcId="{A0A04183-B04F-4FE5-818B-735E5DD8BDE6}" destId="{75E777F5-12E2-4502-949F-4529D88EFB57}" srcOrd="0" destOrd="0" presId="urn:microsoft.com/office/officeart/2005/8/layout/hierarchy1"/>
    <dgm:cxn modelId="{928816A0-CD91-403D-A7C2-0C0F1291A729}" type="presOf" srcId="{F8C04943-B831-46A5-B590-EB7108CED3AA}" destId="{6FDFEEDA-1FD5-4D6E-9E5D-E00DC3751FF3}" srcOrd="0" destOrd="0" presId="urn:microsoft.com/office/officeart/2005/8/layout/hierarchy1"/>
    <dgm:cxn modelId="{79ED8AB7-14DF-4A51-9AC4-29FEFA7A7B3F}" srcId="{F8C04943-B831-46A5-B590-EB7108CED3AA}" destId="{84C31A45-9D5F-45EF-B474-7FB42A707AB7}" srcOrd="0" destOrd="0" parTransId="{D065E238-8695-4879-9553-1666B8CCAD0F}" sibTransId="{E114DABF-F3A4-4700-BA7C-6FE46A4A753E}"/>
    <dgm:cxn modelId="{306B775E-139E-4843-AD32-660FF00D33EA}" type="presParOf" srcId="{6FDFEEDA-1FD5-4D6E-9E5D-E00DC3751FF3}" destId="{8A03B376-894C-48BA-8E6E-47D00FB3AE97}" srcOrd="0" destOrd="0" presId="urn:microsoft.com/office/officeart/2005/8/layout/hierarchy1"/>
    <dgm:cxn modelId="{7664E071-3F27-4BFF-91BA-2B722D6FAADE}" type="presParOf" srcId="{8A03B376-894C-48BA-8E6E-47D00FB3AE97}" destId="{BC18DF56-14BF-492C-836D-50FEFDE8A4D7}" srcOrd="0" destOrd="0" presId="urn:microsoft.com/office/officeart/2005/8/layout/hierarchy1"/>
    <dgm:cxn modelId="{C7DB0E5E-0E60-422A-B9CD-80B8E3F390C2}" type="presParOf" srcId="{BC18DF56-14BF-492C-836D-50FEFDE8A4D7}" destId="{BB854297-86BA-4335-875D-6D50A9B6B355}" srcOrd="0" destOrd="0" presId="urn:microsoft.com/office/officeart/2005/8/layout/hierarchy1"/>
    <dgm:cxn modelId="{795A54A5-17D7-485F-B56E-146E40EBF05B}" type="presParOf" srcId="{BC18DF56-14BF-492C-836D-50FEFDE8A4D7}" destId="{FFCB71B2-6653-4C12-B036-A5FAE0B89906}" srcOrd="1" destOrd="0" presId="urn:microsoft.com/office/officeart/2005/8/layout/hierarchy1"/>
    <dgm:cxn modelId="{4879D3E2-E392-4B8C-A22A-1FF6547A05DC}" type="presParOf" srcId="{8A03B376-894C-48BA-8E6E-47D00FB3AE97}" destId="{6C9702C2-E015-4811-831A-AD09687AB586}" srcOrd="1" destOrd="0" presId="urn:microsoft.com/office/officeart/2005/8/layout/hierarchy1"/>
    <dgm:cxn modelId="{23816903-9685-4884-B955-559567D35F42}" type="presParOf" srcId="{6FDFEEDA-1FD5-4D6E-9E5D-E00DC3751FF3}" destId="{3B3C4172-4254-4BCB-851F-4DFD33C1E832}" srcOrd="1" destOrd="0" presId="urn:microsoft.com/office/officeart/2005/8/layout/hierarchy1"/>
    <dgm:cxn modelId="{4F31FDD9-CD8F-4FF7-84BB-87E356184F55}" type="presParOf" srcId="{3B3C4172-4254-4BCB-851F-4DFD33C1E832}" destId="{BD6F969E-BCBE-4DA7-BAFD-F295AD7B873A}" srcOrd="0" destOrd="0" presId="urn:microsoft.com/office/officeart/2005/8/layout/hierarchy1"/>
    <dgm:cxn modelId="{4D1E731E-F01B-4644-B875-86365729FCCA}" type="presParOf" srcId="{BD6F969E-BCBE-4DA7-BAFD-F295AD7B873A}" destId="{A57D383D-7C7E-4641-9A4B-4BF92CB53A80}" srcOrd="0" destOrd="0" presId="urn:microsoft.com/office/officeart/2005/8/layout/hierarchy1"/>
    <dgm:cxn modelId="{326FD7F0-0063-4760-9764-1CED966F2248}" type="presParOf" srcId="{BD6F969E-BCBE-4DA7-BAFD-F295AD7B873A}" destId="{75E777F5-12E2-4502-949F-4529D88EFB57}" srcOrd="1" destOrd="0" presId="urn:microsoft.com/office/officeart/2005/8/layout/hierarchy1"/>
    <dgm:cxn modelId="{FBAF272D-1AB9-4E4A-8F8C-3D2D861394DC}" type="presParOf" srcId="{3B3C4172-4254-4BCB-851F-4DFD33C1E832}" destId="{72F9A9F1-1DF1-4337-8190-B7E99EC5CC65}" srcOrd="1" destOrd="0" presId="urn:microsoft.com/office/officeart/2005/8/layout/hierarchy1"/>
    <dgm:cxn modelId="{0640272A-2136-41F1-A6BD-17DE51F5F1E5}" type="presParOf" srcId="{6FDFEEDA-1FD5-4D6E-9E5D-E00DC3751FF3}" destId="{9468D4FF-05FA-4B25-8DC4-9001DCEF950A}" srcOrd="2" destOrd="0" presId="urn:microsoft.com/office/officeart/2005/8/layout/hierarchy1"/>
    <dgm:cxn modelId="{98DE4337-80AC-4ED6-8B70-2CDC39E77918}" type="presParOf" srcId="{9468D4FF-05FA-4B25-8DC4-9001DCEF950A}" destId="{C539E2B8-1D04-4872-B37B-2AED0E3CB2BE}" srcOrd="0" destOrd="0" presId="urn:microsoft.com/office/officeart/2005/8/layout/hierarchy1"/>
    <dgm:cxn modelId="{40B40D2F-AB2B-455A-B732-72530D6F33A2}" type="presParOf" srcId="{C539E2B8-1D04-4872-B37B-2AED0E3CB2BE}" destId="{59255DCD-22D7-4556-A442-9C53CEB75BAF}" srcOrd="0" destOrd="0" presId="urn:microsoft.com/office/officeart/2005/8/layout/hierarchy1"/>
    <dgm:cxn modelId="{4F14F440-E7A5-4C34-87F1-7A224E2D8515}" type="presParOf" srcId="{C539E2B8-1D04-4872-B37B-2AED0E3CB2BE}" destId="{A74A3DA1-599D-4D57-8508-FAC00B0F4548}" srcOrd="1" destOrd="0" presId="urn:microsoft.com/office/officeart/2005/8/layout/hierarchy1"/>
    <dgm:cxn modelId="{A6759185-7C46-4D33-8B4A-262CF77A9B05}" type="presParOf" srcId="{9468D4FF-05FA-4B25-8DC4-9001DCEF950A}" destId="{14DB885C-6441-4BF0-B709-70E832900A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4836C6-DAEA-4E9F-B5C3-76DD38D3055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FC3287-2BF3-42AD-9461-C09C9E9B5158}">
      <dgm:prSet/>
      <dgm:spPr/>
      <dgm:t>
        <a:bodyPr/>
        <a:lstStyle/>
        <a:p>
          <a:r>
            <a:rPr lang="en-CA"/>
            <a:t>Limitations:</a:t>
          </a:r>
          <a:endParaRPr lang="en-US"/>
        </a:p>
      </dgm:t>
    </dgm:pt>
    <dgm:pt modelId="{E13582DE-A628-456B-B2EC-98F323AA8C7C}" type="parTrans" cxnId="{3588DBFB-8653-4CAA-9984-3E2F97E23800}">
      <dgm:prSet/>
      <dgm:spPr/>
      <dgm:t>
        <a:bodyPr/>
        <a:lstStyle/>
        <a:p>
          <a:endParaRPr lang="en-US"/>
        </a:p>
      </dgm:t>
    </dgm:pt>
    <dgm:pt modelId="{EEB0D179-F200-40AA-8399-E813FE07DDAA}" type="sibTrans" cxnId="{3588DBFB-8653-4CAA-9984-3E2F97E23800}">
      <dgm:prSet/>
      <dgm:spPr/>
      <dgm:t>
        <a:bodyPr/>
        <a:lstStyle/>
        <a:p>
          <a:endParaRPr lang="en-US"/>
        </a:p>
      </dgm:t>
    </dgm:pt>
    <dgm:pt modelId="{E57019CA-5AF2-4D85-ADBB-F46D099183DC}">
      <dgm:prSet/>
      <dgm:spPr/>
      <dgm:t>
        <a:bodyPr/>
        <a:lstStyle/>
        <a:p>
          <a:r>
            <a:rPr lang="en-CA"/>
            <a:t>Static snapshot data (no temporal patterns)Missing credit risk indicators</a:t>
          </a:r>
          <a:endParaRPr lang="en-US"/>
        </a:p>
      </dgm:t>
    </dgm:pt>
    <dgm:pt modelId="{B36D548B-51BA-4079-AE45-0D1EF08C6D3E}" type="parTrans" cxnId="{B5EC40C5-8471-448E-BC8B-6F241616D078}">
      <dgm:prSet/>
      <dgm:spPr/>
      <dgm:t>
        <a:bodyPr/>
        <a:lstStyle/>
        <a:p>
          <a:endParaRPr lang="en-US"/>
        </a:p>
      </dgm:t>
    </dgm:pt>
    <dgm:pt modelId="{8334FC6A-F078-4A62-BD05-9EAD6BA2D9AD}" type="sibTrans" cxnId="{B5EC40C5-8471-448E-BC8B-6F241616D078}">
      <dgm:prSet/>
      <dgm:spPr/>
      <dgm:t>
        <a:bodyPr/>
        <a:lstStyle/>
        <a:p>
          <a:endParaRPr lang="en-US"/>
        </a:p>
      </dgm:t>
    </dgm:pt>
    <dgm:pt modelId="{AA56E968-8CDA-4AD0-A1BB-4132288DC431}">
      <dgm:prSet/>
      <dgm:spPr/>
      <dgm:t>
        <a:bodyPr/>
        <a:lstStyle/>
        <a:p>
          <a:r>
            <a:rPr lang="en-CA"/>
            <a:t>Not tested in real production</a:t>
          </a:r>
          <a:endParaRPr lang="en-US"/>
        </a:p>
      </dgm:t>
    </dgm:pt>
    <dgm:pt modelId="{AF1BED5B-1A4B-47F5-9FB6-FB87343D3D24}" type="parTrans" cxnId="{24E0F5E7-48F5-41B1-8802-1D21EA7931FD}">
      <dgm:prSet/>
      <dgm:spPr/>
      <dgm:t>
        <a:bodyPr/>
        <a:lstStyle/>
        <a:p>
          <a:endParaRPr lang="en-US"/>
        </a:p>
      </dgm:t>
    </dgm:pt>
    <dgm:pt modelId="{A2163D6F-1F53-4BE5-A6A7-72F8C5326CCD}" type="sibTrans" cxnId="{24E0F5E7-48F5-41B1-8802-1D21EA7931FD}">
      <dgm:prSet/>
      <dgm:spPr/>
      <dgm:t>
        <a:bodyPr/>
        <a:lstStyle/>
        <a:p>
          <a:endParaRPr lang="en-US"/>
        </a:p>
      </dgm:t>
    </dgm:pt>
    <dgm:pt modelId="{C31DBEA6-9F3A-4CE2-A0EF-58E3AA740932}">
      <dgm:prSet/>
      <dgm:spPr/>
      <dgm:t>
        <a:bodyPr/>
        <a:lstStyle/>
        <a:p>
          <a:r>
            <a:rPr lang="en-CA"/>
            <a:t>Future Enhancements:</a:t>
          </a:r>
          <a:endParaRPr lang="en-US"/>
        </a:p>
      </dgm:t>
    </dgm:pt>
    <dgm:pt modelId="{F153A28E-C6CB-4F09-B58A-DDCF21711B9E}" type="parTrans" cxnId="{76814D55-2C91-4E74-BB1B-221413C17E3E}">
      <dgm:prSet/>
      <dgm:spPr/>
      <dgm:t>
        <a:bodyPr/>
        <a:lstStyle/>
        <a:p>
          <a:endParaRPr lang="en-US"/>
        </a:p>
      </dgm:t>
    </dgm:pt>
    <dgm:pt modelId="{3D044C6C-8FE5-4997-A6B4-B1879480CF5D}" type="sibTrans" cxnId="{76814D55-2C91-4E74-BB1B-221413C17E3E}">
      <dgm:prSet/>
      <dgm:spPr/>
      <dgm:t>
        <a:bodyPr/>
        <a:lstStyle/>
        <a:p>
          <a:endParaRPr lang="en-US"/>
        </a:p>
      </dgm:t>
    </dgm:pt>
    <dgm:pt modelId="{1578F81F-24C0-4078-B81E-D22593DCE2B3}">
      <dgm:prSet/>
      <dgm:spPr/>
      <dgm:t>
        <a:bodyPr/>
        <a:lstStyle/>
        <a:p>
          <a:r>
            <a:rPr lang="en-CA"/>
            <a:t>Cloud deployment (AWS/GCP/Azure)</a:t>
          </a:r>
          <a:endParaRPr lang="en-US"/>
        </a:p>
      </dgm:t>
    </dgm:pt>
    <dgm:pt modelId="{53776BD7-21DE-4387-9BA4-AF05A70E9860}" type="parTrans" cxnId="{340319E8-9FE4-424D-A64F-0A012C8F34D0}">
      <dgm:prSet/>
      <dgm:spPr/>
      <dgm:t>
        <a:bodyPr/>
        <a:lstStyle/>
        <a:p>
          <a:endParaRPr lang="en-US"/>
        </a:p>
      </dgm:t>
    </dgm:pt>
    <dgm:pt modelId="{2474A17E-7743-411A-9090-4822AA41DD32}" type="sibTrans" cxnId="{340319E8-9FE4-424D-A64F-0A012C8F34D0}">
      <dgm:prSet/>
      <dgm:spPr/>
      <dgm:t>
        <a:bodyPr/>
        <a:lstStyle/>
        <a:p>
          <a:endParaRPr lang="en-US"/>
        </a:p>
      </dgm:t>
    </dgm:pt>
    <dgm:pt modelId="{DB93383A-E4CF-4328-8C22-ADD69F4AF04C}">
      <dgm:prSet/>
      <dgm:spPr/>
      <dgm:t>
        <a:bodyPr/>
        <a:lstStyle/>
        <a:p>
          <a:r>
            <a:rPr lang="en-CA"/>
            <a:t>Continuous learning pipeline</a:t>
          </a:r>
          <a:endParaRPr lang="en-US"/>
        </a:p>
      </dgm:t>
    </dgm:pt>
    <dgm:pt modelId="{4773C243-2D0E-49BC-B403-21D436F054DF}" type="parTrans" cxnId="{41E21DA6-17A0-4780-98F2-FBD1A6945077}">
      <dgm:prSet/>
      <dgm:spPr/>
      <dgm:t>
        <a:bodyPr/>
        <a:lstStyle/>
        <a:p>
          <a:endParaRPr lang="en-US"/>
        </a:p>
      </dgm:t>
    </dgm:pt>
    <dgm:pt modelId="{63708061-DECC-4345-8849-BE098A933781}" type="sibTrans" cxnId="{41E21DA6-17A0-4780-98F2-FBD1A6945077}">
      <dgm:prSet/>
      <dgm:spPr/>
      <dgm:t>
        <a:bodyPr/>
        <a:lstStyle/>
        <a:p>
          <a:endParaRPr lang="en-US"/>
        </a:p>
      </dgm:t>
    </dgm:pt>
    <dgm:pt modelId="{F39B1AF1-CCC9-49CF-BDD3-67187CF694D9}">
      <dgm:prSet/>
      <dgm:spPr/>
      <dgm:t>
        <a:bodyPr/>
        <a:lstStyle/>
        <a:p>
          <a:r>
            <a:rPr lang="en-CA"/>
            <a:t>CRM integration</a:t>
          </a:r>
          <a:endParaRPr lang="en-US"/>
        </a:p>
      </dgm:t>
    </dgm:pt>
    <dgm:pt modelId="{78FCB6EC-DDE4-49CA-ACAF-5A9E42A0A4BD}" type="parTrans" cxnId="{A302DB3E-251B-4268-9D55-7C83584B5428}">
      <dgm:prSet/>
      <dgm:spPr/>
      <dgm:t>
        <a:bodyPr/>
        <a:lstStyle/>
        <a:p>
          <a:endParaRPr lang="en-US"/>
        </a:p>
      </dgm:t>
    </dgm:pt>
    <dgm:pt modelId="{5AD3E65C-CD0F-461A-B163-5E6F32B3B51A}" type="sibTrans" cxnId="{A302DB3E-251B-4268-9D55-7C83584B5428}">
      <dgm:prSet/>
      <dgm:spPr/>
      <dgm:t>
        <a:bodyPr/>
        <a:lstStyle/>
        <a:p>
          <a:endParaRPr lang="en-US"/>
        </a:p>
      </dgm:t>
    </dgm:pt>
    <dgm:pt modelId="{67AE4D21-CB0D-42FF-AB1E-8B7A68174A7C}">
      <dgm:prSet/>
      <dgm:spPr/>
      <dgm:t>
        <a:bodyPr/>
        <a:lstStyle/>
        <a:p>
          <a:r>
            <a:rPr lang="en-CA"/>
            <a:t>Multi-channel communication (SMS, app notifications)</a:t>
          </a:r>
          <a:endParaRPr lang="en-US"/>
        </a:p>
      </dgm:t>
    </dgm:pt>
    <dgm:pt modelId="{C685D086-1B73-455E-BFD5-25C96FA3B2F0}" type="parTrans" cxnId="{52CC0F87-8C69-42C5-9A25-C8124CFF7190}">
      <dgm:prSet/>
      <dgm:spPr/>
      <dgm:t>
        <a:bodyPr/>
        <a:lstStyle/>
        <a:p>
          <a:endParaRPr lang="en-US"/>
        </a:p>
      </dgm:t>
    </dgm:pt>
    <dgm:pt modelId="{233561F0-04AC-4E61-BBFB-03CAE9AE9558}" type="sibTrans" cxnId="{52CC0F87-8C69-42C5-9A25-C8124CFF7190}">
      <dgm:prSet/>
      <dgm:spPr/>
      <dgm:t>
        <a:bodyPr/>
        <a:lstStyle/>
        <a:p>
          <a:endParaRPr lang="en-US"/>
        </a:p>
      </dgm:t>
    </dgm:pt>
    <dgm:pt modelId="{EAF81B56-59E6-4ED5-83BF-02F632A06E94}">
      <dgm:prSet/>
      <dgm:spPr/>
      <dgm:t>
        <a:bodyPr/>
        <a:lstStyle/>
        <a:p>
          <a:r>
            <a:rPr lang="en-CA"/>
            <a:t>A/B testing, interactive dashboards</a:t>
          </a:r>
          <a:endParaRPr lang="en-US"/>
        </a:p>
      </dgm:t>
    </dgm:pt>
    <dgm:pt modelId="{9E86B63B-B575-4604-9513-BCDF8E3D8716}" type="parTrans" cxnId="{C8AF5075-FCBE-470C-BD8E-D4D3B5F7D25F}">
      <dgm:prSet/>
      <dgm:spPr/>
      <dgm:t>
        <a:bodyPr/>
        <a:lstStyle/>
        <a:p>
          <a:endParaRPr lang="en-US"/>
        </a:p>
      </dgm:t>
    </dgm:pt>
    <dgm:pt modelId="{4E8568B6-B791-4311-A10C-BAF293B1013D}" type="sibTrans" cxnId="{C8AF5075-FCBE-470C-BD8E-D4D3B5F7D25F}">
      <dgm:prSet/>
      <dgm:spPr/>
      <dgm:t>
        <a:bodyPr/>
        <a:lstStyle/>
        <a:p>
          <a:endParaRPr lang="en-US"/>
        </a:p>
      </dgm:t>
    </dgm:pt>
    <dgm:pt modelId="{D5424049-9B02-425D-BC2D-7298AA4EEF92}" type="pres">
      <dgm:prSet presAssocID="{4A4836C6-DAEA-4E9F-B5C3-76DD38D3055E}" presName="linear" presStyleCnt="0">
        <dgm:presLayoutVars>
          <dgm:dir/>
          <dgm:animLvl val="lvl"/>
          <dgm:resizeHandles val="exact"/>
        </dgm:presLayoutVars>
      </dgm:prSet>
      <dgm:spPr/>
    </dgm:pt>
    <dgm:pt modelId="{B9368D69-3AC1-44B8-9086-433DFDADAED5}" type="pres">
      <dgm:prSet presAssocID="{5BFC3287-2BF3-42AD-9461-C09C9E9B5158}" presName="parentLin" presStyleCnt="0"/>
      <dgm:spPr/>
    </dgm:pt>
    <dgm:pt modelId="{CE165B99-86EC-4433-9562-C26BC2F3AEDF}" type="pres">
      <dgm:prSet presAssocID="{5BFC3287-2BF3-42AD-9461-C09C9E9B5158}" presName="parentLeftMargin" presStyleLbl="node1" presStyleIdx="0" presStyleCnt="2"/>
      <dgm:spPr/>
    </dgm:pt>
    <dgm:pt modelId="{326DB00C-AABA-4461-8C26-965DCE09ED86}" type="pres">
      <dgm:prSet presAssocID="{5BFC3287-2BF3-42AD-9461-C09C9E9B515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9D3509-2521-4428-BC92-494B80C90DAF}" type="pres">
      <dgm:prSet presAssocID="{5BFC3287-2BF3-42AD-9461-C09C9E9B5158}" presName="negativeSpace" presStyleCnt="0"/>
      <dgm:spPr/>
    </dgm:pt>
    <dgm:pt modelId="{35FEA110-FE87-4E1B-BE79-E77B36523231}" type="pres">
      <dgm:prSet presAssocID="{5BFC3287-2BF3-42AD-9461-C09C9E9B5158}" presName="childText" presStyleLbl="conFgAcc1" presStyleIdx="0" presStyleCnt="2">
        <dgm:presLayoutVars>
          <dgm:bulletEnabled val="1"/>
        </dgm:presLayoutVars>
      </dgm:prSet>
      <dgm:spPr/>
    </dgm:pt>
    <dgm:pt modelId="{2C128C28-C500-4E27-ABB9-A93E11F0ABA0}" type="pres">
      <dgm:prSet presAssocID="{EEB0D179-F200-40AA-8399-E813FE07DDAA}" presName="spaceBetweenRectangles" presStyleCnt="0"/>
      <dgm:spPr/>
    </dgm:pt>
    <dgm:pt modelId="{8700589D-1E7C-4A94-9FF4-E739EA838F1A}" type="pres">
      <dgm:prSet presAssocID="{C31DBEA6-9F3A-4CE2-A0EF-58E3AA740932}" presName="parentLin" presStyleCnt="0"/>
      <dgm:spPr/>
    </dgm:pt>
    <dgm:pt modelId="{2918B241-EA37-46F7-9552-7FCB7B05940E}" type="pres">
      <dgm:prSet presAssocID="{C31DBEA6-9F3A-4CE2-A0EF-58E3AA740932}" presName="parentLeftMargin" presStyleLbl="node1" presStyleIdx="0" presStyleCnt="2"/>
      <dgm:spPr/>
    </dgm:pt>
    <dgm:pt modelId="{C5FF44C0-6A6E-4446-A3EC-9DBBE0B493C1}" type="pres">
      <dgm:prSet presAssocID="{C31DBEA6-9F3A-4CE2-A0EF-58E3AA74093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58CC421-F89B-4A0A-97A6-74ECBE6162C5}" type="pres">
      <dgm:prSet presAssocID="{C31DBEA6-9F3A-4CE2-A0EF-58E3AA740932}" presName="negativeSpace" presStyleCnt="0"/>
      <dgm:spPr/>
    </dgm:pt>
    <dgm:pt modelId="{6ADE3760-DEDB-48F3-B5DD-CA94726334E5}" type="pres">
      <dgm:prSet presAssocID="{C31DBEA6-9F3A-4CE2-A0EF-58E3AA74093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E03D917-DAE7-4A72-8572-2CC5D10F950F}" type="presOf" srcId="{EAF81B56-59E6-4ED5-83BF-02F632A06E94}" destId="{6ADE3760-DEDB-48F3-B5DD-CA94726334E5}" srcOrd="0" destOrd="4" presId="urn:microsoft.com/office/officeart/2005/8/layout/list1"/>
    <dgm:cxn modelId="{EDE07D18-B4F4-4126-AC13-FB8CD7C7D09D}" type="presOf" srcId="{E57019CA-5AF2-4D85-ADBB-F46D099183DC}" destId="{35FEA110-FE87-4E1B-BE79-E77B36523231}" srcOrd="0" destOrd="0" presId="urn:microsoft.com/office/officeart/2005/8/layout/list1"/>
    <dgm:cxn modelId="{5B8C781C-F965-46B1-B61E-8134D855F767}" type="presOf" srcId="{4A4836C6-DAEA-4E9F-B5C3-76DD38D3055E}" destId="{D5424049-9B02-425D-BC2D-7298AA4EEF92}" srcOrd="0" destOrd="0" presId="urn:microsoft.com/office/officeart/2005/8/layout/list1"/>
    <dgm:cxn modelId="{2B9E2F28-0780-4281-B4CE-882C76969377}" type="presOf" srcId="{F39B1AF1-CCC9-49CF-BDD3-67187CF694D9}" destId="{6ADE3760-DEDB-48F3-B5DD-CA94726334E5}" srcOrd="0" destOrd="2" presId="urn:microsoft.com/office/officeart/2005/8/layout/list1"/>
    <dgm:cxn modelId="{52A64139-E0B2-491B-86DC-83639CB7FE60}" type="presOf" srcId="{67AE4D21-CB0D-42FF-AB1E-8B7A68174A7C}" destId="{6ADE3760-DEDB-48F3-B5DD-CA94726334E5}" srcOrd="0" destOrd="3" presId="urn:microsoft.com/office/officeart/2005/8/layout/list1"/>
    <dgm:cxn modelId="{A302DB3E-251B-4268-9D55-7C83584B5428}" srcId="{C31DBEA6-9F3A-4CE2-A0EF-58E3AA740932}" destId="{F39B1AF1-CCC9-49CF-BDD3-67187CF694D9}" srcOrd="2" destOrd="0" parTransId="{78FCB6EC-DDE4-49CA-ACAF-5A9E42A0A4BD}" sibTransId="{5AD3E65C-CD0F-461A-B163-5E6F32B3B51A}"/>
    <dgm:cxn modelId="{AF03023F-8415-40A2-91E4-9F546D884445}" type="presOf" srcId="{AA56E968-8CDA-4AD0-A1BB-4132288DC431}" destId="{35FEA110-FE87-4E1B-BE79-E77B36523231}" srcOrd="0" destOrd="1" presId="urn:microsoft.com/office/officeart/2005/8/layout/list1"/>
    <dgm:cxn modelId="{D7434D5C-B3DB-4B9D-9111-EA2B74C3CB53}" type="presOf" srcId="{DB93383A-E4CF-4328-8C22-ADD69F4AF04C}" destId="{6ADE3760-DEDB-48F3-B5DD-CA94726334E5}" srcOrd="0" destOrd="1" presId="urn:microsoft.com/office/officeart/2005/8/layout/list1"/>
    <dgm:cxn modelId="{5196D76E-E53A-43A7-8CA0-E52F0C7546C6}" type="presOf" srcId="{C31DBEA6-9F3A-4CE2-A0EF-58E3AA740932}" destId="{2918B241-EA37-46F7-9552-7FCB7B05940E}" srcOrd="0" destOrd="0" presId="urn:microsoft.com/office/officeart/2005/8/layout/list1"/>
    <dgm:cxn modelId="{76814D55-2C91-4E74-BB1B-221413C17E3E}" srcId="{4A4836C6-DAEA-4E9F-B5C3-76DD38D3055E}" destId="{C31DBEA6-9F3A-4CE2-A0EF-58E3AA740932}" srcOrd="1" destOrd="0" parTransId="{F153A28E-C6CB-4F09-B58A-DDCF21711B9E}" sibTransId="{3D044C6C-8FE5-4997-A6B4-B1879480CF5D}"/>
    <dgm:cxn modelId="{C8AF5075-FCBE-470C-BD8E-D4D3B5F7D25F}" srcId="{C31DBEA6-9F3A-4CE2-A0EF-58E3AA740932}" destId="{EAF81B56-59E6-4ED5-83BF-02F632A06E94}" srcOrd="4" destOrd="0" parTransId="{9E86B63B-B575-4604-9513-BCDF8E3D8716}" sibTransId="{4E8568B6-B791-4311-A10C-BAF293B1013D}"/>
    <dgm:cxn modelId="{52CC0F87-8C69-42C5-9A25-C8124CFF7190}" srcId="{C31DBEA6-9F3A-4CE2-A0EF-58E3AA740932}" destId="{67AE4D21-CB0D-42FF-AB1E-8B7A68174A7C}" srcOrd="3" destOrd="0" parTransId="{C685D086-1B73-455E-BFD5-25C96FA3B2F0}" sibTransId="{233561F0-04AC-4E61-BBFB-03CAE9AE9558}"/>
    <dgm:cxn modelId="{41E21DA6-17A0-4780-98F2-FBD1A6945077}" srcId="{C31DBEA6-9F3A-4CE2-A0EF-58E3AA740932}" destId="{DB93383A-E4CF-4328-8C22-ADD69F4AF04C}" srcOrd="1" destOrd="0" parTransId="{4773C243-2D0E-49BC-B403-21D436F054DF}" sibTransId="{63708061-DECC-4345-8849-BE098A933781}"/>
    <dgm:cxn modelId="{0C2FA4C4-2F51-4041-9E3B-833DF766482D}" type="presOf" srcId="{5BFC3287-2BF3-42AD-9461-C09C9E9B5158}" destId="{326DB00C-AABA-4461-8C26-965DCE09ED86}" srcOrd="1" destOrd="0" presId="urn:microsoft.com/office/officeart/2005/8/layout/list1"/>
    <dgm:cxn modelId="{B5EC40C5-8471-448E-BC8B-6F241616D078}" srcId="{5BFC3287-2BF3-42AD-9461-C09C9E9B5158}" destId="{E57019CA-5AF2-4D85-ADBB-F46D099183DC}" srcOrd="0" destOrd="0" parTransId="{B36D548B-51BA-4079-AE45-0D1EF08C6D3E}" sibTransId="{8334FC6A-F078-4A62-BD05-9EAD6BA2D9AD}"/>
    <dgm:cxn modelId="{2189D6CB-CB76-4FBE-877E-9F926B9CFF54}" type="presOf" srcId="{5BFC3287-2BF3-42AD-9461-C09C9E9B5158}" destId="{CE165B99-86EC-4433-9562-C26BC2F3AEDF}" srcOrd="0" destOrd="0" presId="urn:microsoft.com/office/officeart/2005/8/layout/list1"/>
    <dgm:cxn modelId="{950631D5-C294-48BC-98D6-53454DBBF331}" type="presOf" srcId="{C31DBEA6-9F3A-4CE2-A0EF-58E3AA740932}" destId="{C5FF44C0-6A6E-4446-A3EC-9DBBE0B493C1}" srcOrd="1" destOrd="0" presId="urn:microsoft.com/office/officeart/2005/8/layout/list1"/>
    <dgm:cxn modelId="{24E0F5E7-48F5-41B1-8802-1D21EA7931FD}" srcId="{5BFC3287-2BF3-42AD-9461-C09C9E9B5158}" destId="{AA56E968-8CDA-4AD0-A1BB-4132288DC431}" srcOrd="1" destOrd="0" parTransId="{AF1BED5B-1A4B-47F5-9FB6-FB87343D3D24}" sibTransId="{A2163D6F-1F53-4BE5-A6A7-72F8C5326CCD}"/>
    <dgm:cxn modelId="{340319E8-9FE4-424D-A64F-0A012C8F34D0}" srcId="{C31DBEA6-9F3A-4CE2-A0EF-58E3AA740932}" destId="{1578F81F-24C0-4078-B81E-D22593DCE2B3}" srcOrd="0" destOrd="0" parTransId="{53776BD7-21DE-4387-9BA4-AF05A70E9860}" sibTransId="{2474A17E-7743-411A-9090-4822AA41DD32}"/>
    <dgm:cxn modelId="{DE4F2AF5-EB12-4C73-8B65-85F41721C00C}" type="presOf" srcId="{1578F81F-24C0-4078-B81E-D22593DCE2B3}" destId="{6ADE3760-DEDB-48F3-B5DD-CA94726334E5}" srcOrd="0" destOrd="0" presId="urn:microsoft.com/office/officeart/2005/8/layout/list1"/>
    <dgm:cxn modelId="{3588DBFB-8653-4CAA-9984-3E2F97E23800}" srcId="{4A4836C6-DAEA-4E9F-B5C3-76DD38D3055E}" destId="{5BFC3287-2BF3-42AD-9461-C09C9E9B5158}" srcOrd="0" destOrd="0" parTransId="{E13582DE-A628-456B-B2EC-98F323AA8C7C}" sibTransId="{EEB0D179-F200-40AA-8399-E813FE07DDAA}"/>
    <dgm:cxn modelId="{3D8A72C4-29CC-4087-BC93-2712F21AAC54}" type="presParOf" srcId="{D5424049-9B02-425D-BC2D-7298AA4EEF92}" destId="{B9368D69-3AC1-44B8-9086-433DFDADAED5}" srcOrd="0" destOrd="0" presId="urn:microsoft.com/office/officeart/2005/8/layout/list1"/>
    <dgm:cxn modelId="{C78C70E9-D92D-40B9-9421-C8FE13B28E2E}" type="presParOf" srcId="{B9368D69-3AC1-44B8-9086-433DFDADAED5}" destId="{CE165B99-86EC-4433-9562-C26BC2F3AEDF}" srcOrd="0" destOrd="0" presId="urn:microsoft.com/office/officeart/2005/8/layout/list1"/>
    <dgm:cxn modelId="{B2BF42CD-BDA1-4B9C-A076-1D4D6F594081}" type="presParOf" srcId="{B9368D69-3AC1-44B8-9086-433DFDADAED5}" destId="{326DB00C-AABA-4461-8C26-965DCE09ED86}" srcOrd="1" destOrd="0" presId="urn:microsoft.com/office/officeart/2005/8/layout/list1"/>
    <dgm:cxn modelId="{35EB2B4C-3B48-4B77-B9A4-BD44D3C0A3D0}" type="presParOf" srcId="{D5424049-9B02-425D-BC2D-7298AA4EEF92}" destId="{E69D3509-2521-4428-BC92-494B80C90DAF}" srcOrd="1" destOrd="0" presId="urn:microsoft.com/office/officeart/2005/8/layout/list1"/>
    <dgm:cxn modelId="{B3C236A9-5B30-4A53-9846-488BD5A780B4}" type="presParOf" srcId="{D5424049-9B02-425D-BC2D-7298AA4EEF92}" destId="{35FEA110-FE87-4E1B-BE79-E77B36523231}" srcOrd="2" destOrd="0" presId="urn:microsoft.com/office/officeart/2005/8/layout/list1"/>
    <dgm:cxn modelId="{170A551C-3424-4D25-805B-7A587D21CF1F}" type="presParOf" srcId="{D5424049-9B02-425D-BC2D-7298AA4EEF92}" destId="{2C128C28-C500-4E27-ABB9-A93E11F0ABA0}" srcOrd="3" destOrd="0" presId="urn:microsoft.com/office/officeart/2005/8/layout/list1"/>
    <dgm:cxn modelId="{1A848B9C-A624-4916-9469-E47BA7EF0E81}" type="presParOf" srcId="{D5424049-9B02-425D-BC2D-7298AA4EEF92}" destId="{8700589D-1E7C-4A94-9FF4-E739EA838F1A}" srcOrd="4" destOrd="0" presId="urn:microsoft.com/office/officeart/2005/8/layout/list1"/>
    <dgm:cxn modelId="{5AB3D941-2525-4A21-8E44-01116B57E927}" type="presParOf" srcId="{8700589D-1E7C-4A94-9FF4-E739EA838F1A}" destId="{2918B241-EA37-46F7-9552-7FCB7B05940E}" srcOrd="0" destOrd="0" presId="urn:microsoft.com/office/officeart/2005/8/layout/list1"/>
    <dgm:cxn modelId="{83DD3632-B1FF-46CF-8129-3893C9CE25BD}" type="presParOf" srcId="{8700589D-1E7C-4A94-9FF4-E739EA838F1A}" destId="{C5FF44C0-6A6E-4446-A3EC-9DBBE0B493C1}" srcOrd="1" destOrd="0" presId="urn:microsoft.com/office/officeart/2005/8/layout/list1"/>
    <dgm:cxn modelId="{49414B43-BC91-4771-A33D-CDCD141AEE5E}" type="presParOf" srcId="{D5424049-9B02-425D-BC2D-7298AA4EEF92}" destId="{158CC421-F89B-4A0A-97A6-74ECBE6162C5}" srcOrd="5" destOrd="0" presId="urn:microsoft.com/office/officeart/2005/8/layout/list1"/>
    <dgm:cxn modelId="{531C58B3-7C3A-4E4D-9F52-B058C11C5627}" type="presParOf" srcId="{D5424049-9B02-425D-BC2D-7298AA4EEF92}" destId="{6ADE3760-DEDB-48F3-B5DD-CA94726334E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6D42F-577F-4713-980A-0090152CE710}">
      <dsp:nvSpPr>
        <dsp:cNvPr id="0" name=""/>
        <dsp:cNvSpPr/>
      </dsp:nvSpPr>
      <dsp:spPr>
        <a:xfrm>
          <a:off x="0" y="45807"/>
          <a:ext cx="6172199" cy="643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Background &amp; Motivation </a:t>
          </a:r>
          <a:endParaRPr lang="en-US" sz="2500" kern="1200"/>
        </a:p>
      </dsp:txBody>
      <dsp:txXfrm>
        <a:off x="31413" y="77220"/>
        <a:ext cx="6109373" cy="580674"/>
      </dsp:txXfrm>
    </dsp:sp>
    <dsp:sp modelId="{B4AF0360-2701-4747-86F7-9DF02FDA4B8B}">
      <dsp:nvSpPr>
        <dsp:cNvPr id="0" name=""/>
        <dsp:cNvSpPr/>
      </dsp:nvSpPr>
      <dsp:spPr>
        <a:xfrm>
          <a:off x="0" y="761307"/>
          <a:ext cx="6172199" cy="643500"/>
        </a:xfrm>
        <a:prstGeom prst="roundRect">
          <a:avLst/>
        </a:prstGeom>
        <a:solidFill>
          <a:schemeClr val="accent2">
            <a:hueOff val="-57135"/>
            <a:satOff val="-6912"/>
            <a:lumOff val="-33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Problem Statement &amp; Objectives </a:t>
          </a:r>
          <a:endParaRPr lang="en-US" sz="2500" kern="1200"/>
        </a:p>
      </dsp:txBody>
      <dsp:txXfrm>
        <a:off x="31413" y="792720"/>
        <a:ext cx="6109373" cy="580674"/>
      </dsp:txXfrm>
    </dsp:sp>
    <dsp:sp modelId="{C4E4D5D8-535A-4206-92F7-D92500693FCE}">
      <dsp:nvSpPr>
        <dsp:cNvPr id="0" name=""/>
        <dsp:cNvSpPr/>
      </dsp:nvSpPr>
      <dsp:spPr>
        <a:xfrm>
          <a:off x="0" y="1476807"/>
          <a:ext cx="6172199" cy="643500"/>
        </a:xfrm>
        <a:prstGeom prst="roundRect">
          <a:avLst/>
        </a:prstGeom>
        <a:solidFill>
          <a:schemeClr val="accent2">
            <a:hueOff val="-114270"/>
            <a:satOff val="-13824"/>
            <a:lumOff val="-66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Dataset Overview </a:t>
          </a:r>
          <a:endParaRPr lang="en-US" sz="2500" kern="1200"/>
        </a:p>
      </dsp:txBody>
      <dsp:txXfrm>
        <a:off x="31413" y="1508220"/>
        <a:ext cx="6109373" cy="580674"/>
      </dsp:txXfrm>
    </dsp:sp>
    <dsp:sp modelId="{C74B6D8E-589E-45E4-A834-718F5075F31E}">
      <dsp:nvSpPr>
        <dsp:cNvPr id="0" name=""/>
        <dsp:cNvSpPr/>
      </dsp:nvSpPr>
      <dsp:spPr>
        <a:xfrm>
          <a:off x="0" y="2192307"/>
          <a:ext cx="6172199" cy="643500"/>
        </a:xfrm>
        <a:prstGeom prst="roundRect">
          <a:avLst/>
        </a:prstGeom>
        <a:solidFill>
          <a:schemeClr val="accent2">
            <a:hueOff val="-171405"/>
            <a:satOff val="-20736"/>
            <a:lumOff val="-99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Methodology </a:t>
          </a:r>
          <a:endParaRPr lang="en-US" sz="2500" kern="1200"/>
        </a:p>
      </dsp:txBody>
      <dsp:txXfrm>
        <a:off x="31413" y="2223720"/>
        <a:ext cx="6109373" cy="580674"/>
      </dsp:txXfrm>
    </dsp:sp>
    <dsp:sp modelId="{9147EC77-8EE3-49F3-8006-02A3C9EF013F}">
      <dsp:nvSpPr>
        <dsp:cNvPr id="0" name=""/>
        <dsp:cNvSpPr/>
      </dsp:nvSpPr>
      <dsp:spPr>
        <a:xfrm>
          <a:off x="0" y="2907807"/>
          <a:ext cx="6172199" cy="643500"/>
        </a:xfrm>
        <a:prstGeom prst="roundRect">
          <a:avLst/>
        </a:prstGeom>
        <a:solidFill>
          <a:schemeClr val="accent2">
            <a:hueOff val="-228540"/>
            <a:satOff val="-27649"/>
            <a:lumOff val="-132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Model Performance </a:t>
          </a:r>
          <a:endParaRPr lang="en-US" sz="2500" kern="1200"/>
        </a:p>
      </dsp:txBody>
      <dsp:txXfrm>
        <a:off x="31413" y="2939220"/>
        <a:ext cx="6109373" cy="580674"/>
      </dsp:txXfrm>
    </dsp:sp>
    <dsp:sp modelId="{4C939952-1E9B-4DB7-B961-4123D58BE6CE}">
      <dsp:nvSpPr>
        <dsp:cNvPr id="0" name=""/>
        <dsp:cNvSpPr/>
      </dsp:nvSpPr>
      <dsp:spPr>
        <a:xfrm>
          <a:off x="0" y="3623307"/>
          <a:ext cx="6172199" cy="643500"/>
        </a:xfrm>
        <a:prstGeom prst="roundRect">
          <a:avLst/>
        </a:prstGeom>
        <a:solidFill>
          <a:schemeClr val="accent2">
            <a:hueOff val="-285675"/>
            <a:satOff val="-34561"/>
            <a:lumOff val="-165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Deployment Architecture </a:t>
          </a:r>
          <a:endParaRPr lang="en-US" sz="2500" kern="1200"/>
        </a:p>
      </dsp:txBody>
      <dsp:txXfrm>
        <a:off x="31413" y="3654720"/>
        <a:ext cx="6109373" cy="580674"/>
      </dsp:txXfrm>
    </dsp:sp>
    <dsp:sp modelId="{955D202C-F486-4EBC-A9F1-A8450CAD80CB}">
      <dsp:nvSpPr>
        <dsp:cNvPr id="0" name=""/>
        <dsp:cNvSpPr/>
      </dsp:nvSpPr>
      <dsp:spPr>
        <a:xfrm>
          <a:off x="0" y="4338807"/>
          <a:ext cx="6172199" cy="643500"/>
        </a:xfrm>
        <a:prstGeom prst="roundRect">
          <a:avLst/>
        </a:prstGeom>
        <a:solidFill>
          <a:schemeClr val="accent2">
            <a:hueOff val="-342810"/>
            <a:satOff val="-41473"/>
            <a:lumOff val="-198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Business Impact </a:t>
          </a:r>
          <a:endParaRPr lang="en-US" sz="2500" kern="1200"/>
        </a:p>
      </dsp:txBody>
      <dsp:txXfrm>
        <a:off x="31413" y="4370220"/>
        <a:ext cx="6109373" cy="580674"/>
      </dsp:txXfrm>
    </dsp:sp>
    <dsp:sp modelId="{57B797CC-5DF7-47AF-B613-BCC5E430CFCD}">
      <dsp:nvSpPr>
        <dsp:cNvPr id="0" name=""/>
        <dsp:cNvSpPr/>
      </dsp:nvSpPr>
      <dsp:spPr>
        <a:xfrm>
          <a:off x="0" y="5054307"/>
          <a:ext cx="6172199" cy="643500"/>
        </a:xfrm>
        <a:prstGeom prst="roundRect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Future Work </a:t>
          </a:r>
          <a:endParaRPr lang="en-US" sz="2500" kern="1200"/>
        </a:p>
      </dsp:txBody>
      <dsp:txXfrm>
        <a:off x="31413" y="5085720"/>
        <a:ext cx="6109373" cy="580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6F643-3D47-4039-8166-193F8DEEB0FB}">
      <dsp:nvSpPr>
        <dsp:cNvPr id="0" name=""/>
        <dsp:cNvSpPr/>
      </dsp:nvSpPr>
      <dsp:spPr>
        <a:xfrm>
          <a:off x="0" y="701"/>
          <a:ext cx="6172199" cy="16406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C6FE2-6445-45D3-B368-31281CEE70A9}">
      <dsp:nvSpPr>
        <dsp:cNvPr id="0" name=""/>
        <dsp:cNvSpPr/>
      </dsp:nvSpPr>
      <dsp:spPr>
        <a:xfrm>
          <a:off x="496291" y="369843"/>
          <a:ext cx="902347" cy="902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D3A03-6837-49DD-B3CD-E7553A0B8435}">
      <dsp:nvSpPr>
        <dsp:cNvPr id="0" name=""/>
        <dsp:cNvSpPr/>
      </dsp:nvSpPr>
      <dsp:spPr>
        <a:xfrm>
          <a:off x="1894930" y="701"/>
          <a:ext cx="4277268" cy="1640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634" tIns="173634" rIns="173634" bIns="1736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Traditional banking marketing = broad, non-targeted campaigns </a:t>
          </a:r>
          <a:endParaRPr lang="en-US" sz="2500" kern="1200"/>
        </a:p>
      </dsp:txBody>
      <dsp:txXfrm>
        <a:off x="1894930" y="701"/>
        <a:ext cx="4277268" cy="1640632"/>
      </dsp:txXfrm>
    </dsp:sp>
    <dsp:sp modelId="{8BE72725-57EA-44CC-AAD5-84D640CFCAEF}">
      <dsp:nvSpPr>
        <dsp:cNvPr id="0" name=""/>
        <dsp:cNvSpPr/>
      </dsp:nvSpPr>
      <dsp:spPr>
        <a:xfrm>
          <a:off x="0" y="2051491"/>
          <a:ext cx="6172199" cy="16406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2CA04-B55C-4A8A-9771-B010CEF04B0A}">
      <dsp:nvSpPr>
        <dsp:cNvPr id="0" name=""/>
        <dsp:cNvSpPr/>
      </dsp:nvSpPr>
      <dsp:spPr>
        <a:xfrm>
          <a:off x="496291" y="2420633"/>
          <a:ext cx="902347" cy="902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AAE1F-2C99-4F06-9710-A51072302928}">
      <dsp:nvSpPr>
        <dsp:cNvPr id="0" name=""/>
        <dsp:cNvSpPr/>
      </dsp:nvSpPr>
      <dsp:spPr>
        <a:xfrm>
          <a:off x="1894930" y="2051491"/>
          <a:ext cx="4277268" cy="1640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634" tIns="173634" rIns="173634" bIns="1736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Low conversion rates, high costs, customer fatigue </a:t>
          </a:r>
          <a:endParaRPr lang="en-US" sz="2500" kern="1200"/>
        </a:p>
      </dsp:txBody>
      <dsp:txXfrm>
        <a:off x="1894930" y="2051491"/>
        <a:ext cx="4277268" cy="1640632"/>
      </dsp:txXfrm>
    </dsp:sp>
    <dsp:sp modelId="{8DB55843-3BC0-4BF1-950C-28771DC3EEFD}">
      <dsp:nvSpPr>
        <dsp:cNvPr id="0" name=""/>
        <dsp:cNvSpPr/>
      </dsp:nvSpPr>
      <dsp:spPr>
        <a:xfrm>
          <a:off x="0" y="4102281"/>
          <a:ext cx="6172199" cy="16406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0D3F0-3691-479B-9294-FA9D1A3B154F}">
      <dsp:nvSpPr>
        <dsp:cNvPr id="0" name=""/>
        <dsp:cNvSpPr/>
      </dsp:nvSpPr>
      <dsp:spPr>
        <a:xfrm>
          <a:off x="496291" y="4471423"/>
          <a:ext cx="902347" cy="902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C9C9E-E6FA-4318-B48F-51EE7BB43E03}">
      <dsp:nvSpPr>
        <dsp:cNvPr id="0" name=""/>
        <dsp:cNvSpPr/>
      </dsp:nvSpPr>
      <dsp:spPr>
        <a:xfrm>
          <a:off x="1894930" y="4102281"/>
          <a:ext cx="4277268" cy="1640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634" tIns="173634" rIns="173634" bIns="1736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Need for data-driven, personalized approach </a:t>
          </a:r>
          <a:endParaRPr lang="en-US" sz="2500" kern="1200" dirty="0"/>
        </a:p>
      </dsp:txBody>
      <dsp:txXfrm>
        <a:off x="1894930" y="4102281"/>
        <a:ext cx="4277268" cy="16406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FD6C-A753-4514-9B17-845FB8E7E535}">
      <dsp:nvSpPr>
        <dsp:cNvPr id="0" name=""/>
        <dsp:cNvSpPr/>
      </dsp:nvSpPr>
      <dsp:spPr>
        <a:xfrm>
          <a:off x="2446425" y="20680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A1345-25EC-4A04-9F4B-53B5C289514E}">
      <dsp:nvSpPr>
        <dsp:cNvPr id="0" name=""/>
        <dsp:cNvSpPr/>
      </dsp:nvSpPr>
      <dsp:spPr>
        <a:xfrm>
          <a:off x="2855925" y="430180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5681B-449A-4880-86F8-06E9CF538290}">
      <dsp:nvSpPr>
        <dsp:cNvPr id="0" name=""/>
        <dsp:cNvSpPr/>
      </dsp:nvSpPr>
      <dsp:spPr>
        <a:xfrm>
          <a:off x="1832175" y="2540681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i="0" kern="1200" baseline="0"/>
            <a:t>Problem:</a:t>
          </a:r>
          <a:r>
            <a:rPr lang="en-US" sz="1500" b="0" i="0" kern="1200" baseline="0"/>
            <a:t> Banks struggle to identify customers likely to accept personal loans </a:t>
          </a:r>
          <a:endParaRPr lang="en-US" sz="1500" kern="1200"/>
        </a:p>
      </dsp:txBody>
      <dsp:txXfrm>
        <a:off x="1832175" y="2540681"/>
        <a:ext cx="3150000" cy="720000"/>
      </dsp:txXfrm>
    </dsp:sp>
    <dsp:sp modelId="{59108919-66A9-4969-BA90-FE13D82D9C83}">
      <dsp:nvSpPr>
        <dsp:cNvPr id="0" name=""/>
        <dsp:cNvSpPr/>
      </dsp:nvSpPr>
      <dsp:spPr>
        <a:xfrm>
          <a:off x="6147675" y="20680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54EBE-660C-4616-9EF4-E1D372FB19F6}">
      <dsp:nvSpPr>
        <dsp:cNvPr id="0" name=""/>
        <dsp:cNvSpPr/>
      </dsp:nvSpPr>
      <dsp:spPr>
        <a:xfrm>
          <a:off x="6557175" y="430180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0538D-847C-48E4-A4C5-7798E0D89601}">
      <dsp:nvSpPr>
        <dsp:cNvPr id="0" name=""/>
        <dsp:cNvSpPr/>
      </dsp:nvSpPr>
      <dsp:spPr>
        <a:xfrm>
          <a:off x="5533425" y="2540681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i="0" kern="1200" baseline="0"/>
            <a:t>Key Question:</a:t>
          </a:r>
          <a:r>
            <a:rPr lang="en-US" sz="1500" b="0" i="0" kern="1200" baseline="0"/>
            <a:t> Can ML predict loan acceptance probability? </a:t>
          </a:r>
          <a:endParaRPr lang="en-US" sz="1500" kern="1200"/>
        </a:p>
      </dsp:txBody>
      <dsp:txXfrm>
        <a:off x="5533425" y="2540681"/>
        <a:ext cx="31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116CB-F835-4437-A192-88DE624DAC8A}">
      <dsp:nvSpPr>
        <dsp:cNvPr id="0" name=""/>
        <dsp:cNvSpPr/>
      </dsp:nvSpPr>
      <dsp:spPr>
        <a:xfrm>
          <a:off x="973190" y="451735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19DD6-10C6-48B1-90F1-4074C8C4AFD2}">
      <dsp:nvSpPr>
        <dsp:cNvPr id="0" name=""/>
        <dsp:cNvSpPr/>
      </dsp:nvSpPr>
      <dsp:spPr>
        <a:xfrm>
          <a:off x="1242597" y="721143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84347-0E47-421A-8621-971BD47532DC}">
      <dsp:nvSpPr>
        <dsp:cNvPr id="0" name=""/>
        <dsp:cNvSpPr/>
      </dsp:nvSpPr>
      <dsp:spPr>
        <a:xfrm>
          <a:off x="569079" y="210962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Identify key predictors </a:t>
          </a:r>
          <a:endParaRPr lang="en-US" sz="1500" kern="1200"/>
        </a:p>
      </dsp:txBody>
      <dsp:txXfrm>
        <a:off x="569079" y="2109625"/>
        <a:ext cx="2072362" cy="720000"/>
      </dsp:txXfrm>
    </dsp:sp>
    <dsp:sp modelId="{B42DB4F5-DF96-41FF-BD71-AB98ABC5DD63}">
      <dsp:nvSpPr>
        <dsp:cNvPr id="0" name=""/>
        <dsp:cNvSpPr/>
      </dsp:nvSpPr>
      <dsp:spPr>
        <a:xfrm>
          <a:off x="3408216" y="451735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F74A5-D63A-490F-B557-43A3CE324358}">
      <dsp:nvSpPr>
        <dsp:cNvPr id="0" name=""/>
        <dsp:cNvSpPr/>
      </dsp:nvSpPr>
      <dsp:spPr>
        <a:xfrm>
          <a:off x="3677623" y="721143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3EB35-1195-438F-8D16-A1829C37F1CF}">
      <dsp:nvSpPr>
        <dsp:cNvPr id="0" name=""/>
        <dsp:cNvSpPr/>
      </dsp:nvSpPr>
      <dsp:spPr>
        <a:xfrm>
          <a:off x="3004105" y="210962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Build high-recall classification model </a:t>
          </a:r>
          <a:endParaRPr lang="en-US" sz="1500" kern="1200"/>
        </a:p>
      </dsp:txBody>
      <dsp:txXfrm>
        <a:off x="3004105" y="2109625"/>
        <a:ext cx="2072362" cy="720000"/>
      </dsp:txXfrm>
    </dsp:sp>
    <dsp:sp modelId="{2BC71DB6-C36E-4DD8-B2D7-0ED4E4D2B0AC}">
      <dsp:nvSpPr>
        <dsp:cNvPr id="0" name=""/>
        <dsp:cNvSpPr/>
      </dsp:nvSpPr>
      <dsp:spPr>
        <a:xfrm>
          <a:off x="5843242" y="451735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20C93-B89B-48EE-8ADA-DF731505FAEF}">
      <dsp:nvSpPr>
        <dsp:cNvPr id="0" name=""/>
        <dsp:cNvSpPr/>
      </dsp:nvSpPr>
      <dsp:spPr>
        <a:xfrm>
          <a:off x="6112649" y="721143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CF6F-C7A7-4B93-83E0-EEA8D518561B}">
      <dsp:nvSpPr>
        <dsp:cNvPr id="0" name=""/>
        <dsp:cNvSpPr/>
      </dsp:nvSpPr>
      <dsp:spPr>
        <a:xfrm>
          <a:off x="5439131" y="210962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Deploy real-time prediction API </a:t>
          </a:r>
          <a:endParaRPr lang="en-US" sz="1500" kern="1200"/>
        </a:p>
      </dsp:txBody>
      <dsp:txXfrm>
        <a:off x="5439131" y="2109625"/>
        <a:ext cx="2072362" cy="720000"/>
      </dsp:txXfrm>
    </dsp:sp>
    <dsp:sp modelId="{811155F3-32B7-4B52-8A1F-300ED6160C9D}">
      <dsp:nvSpPr>
        <dsp:cNvPr id="0" name=""/>
        <dsp:cNvSpPr/>
      </dsp:nvSpPr>
      <dsp:spPr>
        <a:xfrm>
          <a:off x="8278268" y="451735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90090-AD03-4AE2-A9BB-D48478D7FBA5}">
      <dsp:nvSpPr>
        <dsp:cNvPr id="0" name=""/>
        <dsp:cNvSpPr/>
      </dsp:nvSpPr>
      <dsp:spPr>
        <a:xfrm>
          <a:off x="8547675" y="721143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8D2BD-E693-43A9-BC29-C6DEB39ACE77}">
      <dsp:nvSpPr>
        <dsp:cNvPr id="0" name=""/>
        <dsp:cNvSpPr/>
      </dsp:nvSpPr>
      <dsp:spPr>
        <a:xfrm>
          <a:off x="7874157" y="2109625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Automate personalized email outreach </a:t>
          </a:r>
          <a:endParaRPr lang="en-US" sz="1500" kern="1200"/>
        </a:p>
      </dsp:txBody>
      <dsp:txXfrm>
        <a:off x="7874157" y="2109625"/>
        <a:ext cx="207236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75DC-9EE5-42DF-AE9E-0C418B1CF004}">
      <dsp:nvSpPr>
        <dsp:cNvPr id="0" name=""/>
        <dsp:cNvSpPr/>
      </dsp:nvSpPr>
      <dsp:spPr>
        <a:xfrm>
          <a:off x="989688" y="1721"/>
          <a:ext cx="2246374" cy="1347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preprocessing (type correction, encoding, scaling, binning)</a:t>
          </a:r>
        </a:p>
      </dsp:txBody>
      <dsp:txXfrm>
        <a:off x="1029164" y="41197"/>
        <a:ext cx="2167422" cy="1268872"/>
      </dsp:txXfrm>
    </dsp:sp>
    <dsp:sp modelId="{2304034B-67EE-44AB-A7C4-E6937D2388BA}">
      <dsp:nvSpPr>
        <dsp:cNvPr id="0" name=""/>
        <dsp:cNvSpPr/>
      </dsp:nvSpPr>
      <dsp:spPr>
        <a:xfrm>
          <a:off x="3433743" y="397083"/>
          <a:ext cx="476231" cy="5571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433743" y="508503"/>
        <a:ext cx="333362" cy="334260"/>
      </dsp:txXfrm>
    </dsp:sp>
    <dsp:sp modelId="{7C44EF77-5BBE-43BB-90CF-EB88017FB1B3}">
      <dsp:nvSpPr>
        <dsp:cNvPr id="0" name=""/>
        <dsp:cNvSpPr/>
      </dsp:nvSpPr>
      <dsp:spPr>
        <a:xfrm>
          <a:off x="4134612" y="1721"/>
          <a:ext cx="2246374" cy="1347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Label encoding for categorical variables</a:t>
          </a:r>
        </a:p>
      </dsp:txBody>
      <dsp:txXfrm>
        <a:off x="4174088" y="41197"/>
        <a:ext cx="2167422" cy="1268872"/>
      </dsp:txXfrm>
    </dsp:sp>
    <dsp:sp modelId="{5DF9075E-DB40-40D1-A5DD-197372772E29}">
      <dsp:nvSpPr>
        <dsp:cNvPr id="0" name=""/>
        <dsp:cNvSpPr/>
      </dsp:nvSpPr>
      <dsp:spPr>
        <a:xfrm>
          <a:off x="6578668" y="397083"/>
          <a:ext cx="476231" cy="5571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578668" y="508503"/>
        <a:ext cx="333362" cy="334260"/>
      </dsp:txXfrm>
    </dsp:sp>
    <dsp:sp modelId="{1CF9B275-217A-4836-BCCF-44FEE342C5FA}">
      <dsp:nvSpPr>
        <dsp:cNvPr id="0" name=""/>
        <dsp:cNvSpPr/>
      </dsp:nvSpPr>
      <dsp:spPr>
        <a:xfrm>
          <a:off x="7279537" y="1721"/>
          <a:ext cx="2246374" cy="1347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Standardization for numerical features</a:t>
          </a:r>
        </a:p>
      </dsp:txBody>
      <dsp:txXfrm>
        <a:off x="7319013" y="41197"/>
        <a:ext cx="2167422" cy="1268872"/>
      </dsp:txXfrm>
    </dsp:sp>
    <dsp:sp modelId="{DAC8997C-0E66-494E-98A5-BEEF539B9CD9}">
      <dsp:nvSpPr>
        <dsp:cNvPr id="0" name=""/>
        <dsp:cNvSpPr/>
      </dsp:nvSpPr>
      <dsp:spPr>
        <a:xfrm rot="5400000">
          <a:off x="8164608" y="1506792"/>
          <a:ext cx="476231" cy="5571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8235594" y="1547227"/>
        <a:ext cx="334260" cy="333362"/>
      </dsp:txXfrm>
    </dsp:sp>
    <dsp:sp modelId="{36126F69-9818-4765-8857-13E2CF9E80F2}">
      <dsp:nvSpPr>
        <dsp:cNvPr id="0" name=""/>
        <dsp:cNvSpPr/>
      </dsp:nvSpPr>
      <dsp:spPr>
        <a:xfrm>
          <a:off x="7279537" y="2248096"/>
          <a:ext cx="2246374" cy="1347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Train-test split (80-20), stratify and </a:t>
          </a:r>
          <a:r>
            <a:rPr lang="en-US" sz="1600" kern="1200" dirty="0" err="1"/>
            <a:t>scale_pos</a:t>
          </a:r>
          <a:endParaRPr lang="en-US" sz="1600" kern="1200" dirty="0"/>
        </a:p>
      </dsp:txBody>
      <dsp:txXfrm>
        <a:off x="7319013" y="2287572"/>
        <a:ext cx="2167422" cy="1268872"/>
      </dsp:txXfrm>
    </dsp:sp>
    <dsp:sp modelId="{6B93B574-6EAB-4A59-85D4-B017833C993E}">
      <dsp:nvSpPr>
        <dsp:cNvPr id="0" name=""/>
        <dsp:cNvSpPr/>
      </dsp:nvSpPr>
      <dsp:spPr>
        <a:xfrm rot="10800000">
          <a:off x="6605624" y="2643458"/>
          <a:ext cx="476231" cy="5571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6748493" y="2754878"/>
        <a:ext cx="333362" cy="334260"/>
      </dsp:txXfrm>
    </dsp:sp>
    <dsp:sp modelId="{A46AAB7D-E40D-4F08-A996-238748E37875}">
      <dsp:nvSpPr>
        <dsp:cNvPr id="0" name=""/>
        <dsp:cNvSpPr/>
      </dsp:nvSpPr>
      <dsp:spPr>
        <a:xfrm>
          <a:off x="4134612" y="2248096"/>
          <a:ext cx="2246374" cy="1347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Three models trained: Logistic Regression, Random Forest, XGBoost</a:t>
          </a:r>
        </a:p>
      </dsp:txBody>
      <dsp:txXfrm>
        <a:off x="4174088" y="2287572"/>
        <a:ext cx="2167422" cy="1268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757B8-BF27-4AE1-AAD9-5DE6A1D592C4}">
      <dsp:nvSpPr>
        <dsp:cNvPr id="0" name=""/>
        <dsp:cNvSpPr/>
      </dsp:nvSpPr>
      <dsp:spPr>
        <a:xfrm>
          <a:off x="0" y="53907"/>
          <a:ext cx="6172199" cy="13419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High income customers (&gt;$100K) = higher acceptance</a:t>
          </a:r>
        </a:p>
      </dsp:txBody>
      <dsp:txXfrm>
        <a:off x="65511" y="119418"/>
        <a:ext cx="6041177" cy="1210967"/>
      </dsp:txXfrm>
    </dsp:sp>
    <dsp:sp modelId="{D776458C-4065-43E4-A913-1092CBD4DC24}">
      <dsp:nvSpPr>
        <dsp:cNvPr id="0" name=""/>
        <dsp:cNvSpPr/>
      </dsp:nvSpPr>
      <dsp:spPr>
        <a:xfrm>
          <a:off x="0" y="1485177"/>
          <a:ext cx="6172199" cy="1341989"/>
        </a:xfrm>
        <a:prstGeom prst="roundRect">
          <a:avLst/>
        </a:prstGeom>
        <a:solidFill>
          <a:schemeClr val="accent5">
            <a:hueOff val="-1577868"/>
            <a:satOff val="-8668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Graduate/Advanced education = strong influence</a:t>
          </a:r>
        </a:p>
      </dsp:txBody>
      <dsp:txXfrm>
        <a:off x="65511" y="1550688"/>
        <a:ext cx="6041177" cy="1210967"/>
      </dsp:txXfrm>
    </dsp:sp>
    <dsp:sp modelId="{3D52A835-990C-4ACD-A11C-2806FFF08D11}">
      <dsp:nvSpPr>
        <dsp:cNvPr id="0" name=""/>
        <dsp:cNvSpPr/>
      </dsp:nvSpPr>
      <dsp:spPr>
        <a:xfrm>
          <a:off x="0" y="2916447"/>
          <a:ext cx="6172199" cy="1341989"/>
        </a:xfrm>
        <a:prstGeom prst="roundRect">
          <a:avLst/>
        </a:prstGeom>
        <a:solidFill>
          <a:schemeClr val="accent5">
            <a:hueOff val="-3155737"/>
            <a:satOff val="-17335"/>
            <a:lumOff val="-172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CD Account holders = 13× more likely</a:t>
          </a:r>
        </a:p>
      </dsp:txBody>
      <dsp:txXfrm>
        <a:off x="65511" y="2981958"/>
        <a:ext cx="6041177" cy="1210967"/>
      </dsp:txXfrm>
    </dsp:sp>
    <dsp:sp modelId="{2D17E43A-E670-4D6D-BD8D-E7DD9141CCFD}">
      <dsp:nvSpPr>
        <dsp:cNvPr id="0" name=""/>
        <dsp:cNvSpPr/>
      </dsp:nvSpPr>
      <dsp:spPr>
        <a:xfrm>
          <a:off x="0" y="4347717"/>
          <a:ext cx="6172199" cy="1341989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Online/CreditCard = minimal predictive value</a:t>
          </a:r>
        </a:p>
      </dsp:txBody>
      <dsp:txXfrm>
        <a:off x="65511" y="4413228"/>
        <a:ext cx="6041177" cy="1210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54297-86BA-4335-875D-6D50A9B6B355}">
      <dsp:nvSpPr>
        <dsp:cNvPr id="0" name=""/>
        <dsp:cNvSpPr/>
      </dsp:nvSpPr>
      <dsp:spPr>
        <a:xfrm>
          <a:off x="0" y="545579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B71B2-6653-4C12-B036-A5FAE0B89906}">
      <dsp:nvSpPr>
        <dsp:cNvPr id="0" name=""/>
        <dsp:cNvSpPr/>
      </dsp:nvSpPr>
      <dsp:spPr>
        <a:xfrm>
          <a:off x="328612" y="857761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Marketing: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Personalized targeting, higher engagement</a:t>
          </a:r>
        </a:p>
      </dsp:txBody>
      <dsp:txXfrm>
        <a:off x="383617" y="912766"/>
        <a:ext cx="2847502" cy="1768010"/>
      </dsp:txXfrm>
    </dsp:sp>
    <dsp:sp modelId="{A57D383D-7C7E-4641-9A4B-4BF92CB53A80}">
      <dsp:nvSpPr>
        <dsp:cNvPr id="0" name=""/>
        <dsp:cNvSpPr/>
      </dsp:nvSpPr>
      <dsp:spPr>
        <a:xfrm>
          <a:off x="3614737" y="545579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777F5-12E2-4502-949F-4529D88EFB57}">
      <dsp:nvSpPr>
        <dsp:cNvPr id="0" name=""/>
        <dsp:cNvSpPr/>
      </dsp:nvSpPr>
      <dsp:spPr>
        <a:xfrm>
          <a:off x="3943350" y="857761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Operational: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Automated workflow, scalable system</a:t>
          </a:r>
        </a:p>
      </dsp:txBody>
      <dsp:txXfrm>
        <a:off x="3998355" y="912766"/>
        <a:ext cx="2847502" cy="1768010"/>
      </dsp:txXfrm>
    </dsp:sp>
    <dsp:sp modelId="{59255DCD-22D7-4556-A442-9C53CEB75BAF}">
      <dsp:nvSpPr>
        <dsp:cNvPr id="0" name=""/>
        <dsp:cNvSpPr/>
      </dsp:nvSpPr>
      <dsp:spPr>
        <a:xfrm>
          <a:off x="7229475" y="545579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A3DA1-599D-4D57-8508-FAC00B0F4548}">
      <dsp:nvSpPr>
        <dsp:cNvPr id="0" name=""/>
        <dsp:cNvSpPr/>
      </dsp:nvSpPr>
      <dsp:spPr>
        <a:xfrm>
          <a:off x="7558087" y="857761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Financial: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Cost optimization, increased ROI, fewer false negatives</a:t>
          </a:r>
        </a:p>
      </dsp:txBody>
      <dsp:txXfrm>
        <a:off x="7613092" y="912766"/>
        <a:ext cx="2847502" cy="17680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EA110-FE87-4E1B-BE79-E77B36523231}">
      <dsp:nvSpPr>
        <dsp:cNvPr id="0" name=""/>
        <dsp:cNvSpPr/>
      </dsp:nvSpPr>
      <dsp:spPr>
        <a:xfrm>
          <a:off x="0" y="490857"/>
          <a:ext cx="6172199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458216" rIns="47903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Static snapshot data (no temporal patterns)Missing credit risk indicators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Not tested in real production</a:t>
          </a:r>
          <a:endParaRPr lang="en-US" sz="2200" kern="1200"/>
        </a:p>
      </dsp:txBody>
      <dsp:txXfrm>
        <a:off x="0" y="490857"/>
        <a:ext cx="6172199" cy="1732500"/>
      </dsp:txXfrm>
    </dsp:sp>
    <dsp:sp modelId="{326DB00C-AABA-4461-8C26-965DCE09ED86}">
      <dsp:nvSpPr>
        <dsp:cNvPr id="0" name=""/>
        <dsp:cNvSpPr/>
      </dsp:nvSpPr>
      <dsp:spPr>
        <a:xfrm>
          <a:off x="308609" y="166137"/>
          <a:ext cx="432053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Limitations:</a:t>
          </a:r>
          <a:endParaRPr lang="en-US" sz="2200" kern="1200"/>
        </a:p>
      </dsp:txBody>
      <dsp:txXfrm>
        <a:off x="340312" y="197840"/>
        <a:ext cx="4257133" cy="586034"/>
      </dsp:txXfrm>
    </dsp:sp>
    <dsp:sp modelId="{6ADE3760-DEDB-48F3-B5DD-CA94726334E5}">
      <dsp:nvSpPr>
        <dsp:cNvPr id="0" name=""/>
        <dsp:cNvSpPr/>
      </dsp:nvSpPr>
      <dsp:spPr>
        <a:xfrm>
          <a:off x="0" y="2666877"/>
          <a:ext cx="6172199" cy="291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99945"/>
              <a:satOff val="-48385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458216" rIns="47903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Cloud deployment (AWS/GCP/Azure)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Continuous learning pipeline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CRM integration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Multi-channel communication (SMS, app notifications)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/>
            <a:t>A/B testing, interactive dashboards</a:t>
          </a:r>
          <a:endParaRPr lang="en-US" sz="2200" kern="1200"/>
        </a:p>
      </dsp:txBody>
      <dsp:txXfrm>
        <a:off x="0" y="2666877"/>
        <a:ext cx="6172199" cy="2910600"/>
      </dsp:txXfrm>
    </dsp:sp>
    <dsp:sp modelId="{C5FF44C0-6A6E-4446-A3EC-9DBBE0B493C1}">
      <dsp:nvSpPr>
        <dsp:cNvPr id="0" name=""/>
        <dsp:cNvSpPr/>
      </dsp:nvSpPr>
      <dsp:spPr>
        <a:xfrm>
          <a:off x="308609" y="2342157"/>
          <a:ext cx="4320539" cy="649440"/>
        </a:xfrm>
        <a:prstGeom prst="roundRect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Future Enhancements:</a:t>
          </a:r>
          <a:endParaRPr lang="en-US" sz="2200" kern="1200"/>
        </a:p>
      </dsp:txBody>
      <dsp:txXfrm>
        <a:off x="340312" y="2373860"/>
        <a:ext cx="4257133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10DF-B555-4D30-B35E-2297D59E32D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3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F1F9-9322-493A-A9EE-BB75692CE5F5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1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DE51-4D5E-4D23-8181-86A5B05D535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9FCA-87F3-427A-B1A2-15346103C68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2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F709-7E2D-49E6-A629-D8E3363D194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2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0A921-9375-4BAA-A7C2-7975528669F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4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5425-F285-48AE-A409-A618E3EEA62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6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A94D-7D6A-4378-93F6-A3A33186E34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FC0F9-687B-4417-9D77-CE2D7AD8C32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2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D79F-E600-4AC1-A639-0B9FB8286C3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01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F5D60-A842-4D08-9D7D-A7A57AB501A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</a:extLst>
            </p:cNvPr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</a:extLst>
            </p:cNvPr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0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</a:extLst>
            </p:cNvPr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1" name="Oval 20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</a:extLst>
            </p:cNvPr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</a:extLst>
            </p:cNvPr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</a:extLst>
            </p:cNvPr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DFD30-2122-4F4A-97B4-D0A849E36C5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76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28" y="-19456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97607-34E5-5EB9-2509-B041CCF9E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1080" y="569593"/>
            <a:ext cx="5262318" cy="3469007"/>
          </a:xfrm>
        </p:spPr>
        <p:txBody>
          <a:bodyPr anchor="b">
            <a:normAutofit/>
          </a:bodyPr>
          <a:lstStyle/>
          <a:p>
            <a:pPr algn="l"/>
            <a:r>
              <a:rPr lang="en-US" sz="3800"/>
              <a:t>Predicting Personal Loan Acceptance: A Data-Driven Marketing &amp; Deployment Strategy</a:t>
            </a:r>
            <a:endParaRPr lang="en-CA" sz="3800"/>
          </a:p>
        </p:txBody>
      </p:sp>
      <p:sp useBgFill="1">
        <p:nvSpPr>
          <p:cNvPr id="13" name="Graphic 10">
            <a:extLst>
              <a:ext uri="{FF2B5EF4-FFF2-40B4-BE49-F238E27FC236}">
                <a16:creationId xmlns:a16="http://schemas.microsoft.com/office/drawing/2014/main" id="{704F7EEF-CBB8-414E-AEB9-E8DFC3689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766717" y="5348577"/>
            <a:ext cx="1174169" cy="1174169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2CA7C088-CD39-49F8-BB37-5E16EFFF4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0267771" y="5421922"/>
            <a:ext cx="388723" cy="388723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BCA9-EDF9-C03D-0387-F48775A34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1080" y="4191000"/>
            <a:ext cx="5262318" cy="2117724"/>
          </a:xfrm>
        </p:spPr>
        <p:txBody>
          <a:bodyPr anchor="t">
            <a:normAutofit/>
          </a:bodyPr>
          <a:lstStyle/>
          <a:p>
            <a:pPr algn="l"/>
            <a:r>
              <a:rPr lang="en-CA" sz="2200" dirty="0"/>
              <a:t>Machine Learning for Targeted Banking </a:t>
            </a:r>
          </a:p>
          <a:p>
            <a:pPr algn="l"/>
            <a:r>
              <a:rPr lang="en-CA" sz="2200" dirty="0"/>
              <a:t>Domain: Banking, Predictive Analytics, Business Intelligence</a:t>
            </a:r>
          </a:p>
          <a:p>
            <a:pPr algn="r"/>
            <a:r>
              <a:rPr lang="en-CA" sz="2200" dirty="0"/>
              <a:t>- Sanskar Bajimaya &amp; Amir Karki</a:t>
            </a:r>
          </a:p>
          <a:p>
            <a:pPr algn="l"/>
            <a:endParaRPr lang="en-CA" sz="2200" dirty="0"/>
          </a:p>
        </p:txBody>
      </p:sp>
      <p:pic>
        <p:nvPicPr>
          <p:cNvPr id="5" name="Picture 4" descr="A colorful circular pattern with a white circle&#10;&#10;AI-generated content may be incorrect.">
            <a:extLst>
              <a:ext uri="{FF2B5EF4-FFF2-40B4-BE49-F238E27FC236}">
                <a16:creationId xmlns:a16="http://schemas.microsoft.com/office/drawing/2014/main" id="{3AAC3CDE-8CFD-905F-CEA6-2A943B40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4" r="40780" b="1"/>
          <a:stretch>
            <a:fillRect/>
          </a:stretch>
        </p:blipFill>
        <p:spPr>
          <a:xfrm>
            <a:off x="7935" y="1"/>
            <a:ext cx="6088065" cy="6858000"/>
          </a:xfrm>
          <a:prstGeom prst="rect">
            <a:avLst/>
          </a:prstGeom>
        </p:spPr>
      </p:pic>
      <p:sp useBgFill="1">
        <p:nvSpPr>
          <p:cNvPr id="17" name="Oval 16">
            <a:extLst>
              <a:ext uri="{FF2B5EF4-FFF2-40B4-BE49-F238E27FC236}">
                <a16:creationId xmlns:a16="http://schemas.microsoft.com/office/drawing/2014/main" id="{528C5F7D-50EC-4C32-B535-6E2B9D1FC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5901638" y="457200"/>
            <a:ext cx="388723" cy="388723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1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4FD1A-06B1-05C8-B245-85E47E0A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189"/>
            <a:ext cx="4549002" cy="5743616"/>
          </a:xfrm>
        </p:spPr>
        <p:txBody>
          <a:bodyPr anchor="ctr">
            <a:normAutofit/>
          </a:bodyPr>
          <a:lstStyle/>
          <a:p>
            <a:r>
              <a:rPr lang="en-CA" dirty="0"/>
              <a:t>Agenda/Outline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68F617-A865-44FB-B7FA-D3D82EB30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4188" y="339903"/>
            <a:ext cx="2359700" cy="1660157"/>
            <a:chOff x="2364188" y="339903"/>
            <a:chExt cx="2359700" cy="1660157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1E049813-75C2-4C4C-884E-5480698B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156361" y="339903"/>
              <a:ext cx="1567527" cy="156752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4CA4D6DA-0C20-43AD-AD68-1F7A6E41E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613508" y="1824184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CE6E5024-CAC1-4B1A-8AAD-E805A19D9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64188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276D8F-6DB4-C0B8-C53D-9C44722DBD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335831"/>
              </p:ext>
            </p:extLst>
          </p:nvPr>
        </p:nvGraphicFramePr>
        <p:xfrm>
          <a:off x="5181600" y="557189"/>
          <a:ext cx="6172199" cy="574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042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A5A70-8567-ACBF-6401-CBDFED3D8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189"/>
            <a:ext cx="4549002" cy="5743616"/>
          </a:xfrm>
        </p:spPr>
        <p:txBody>
          <a:bodyPr anchor="ctr">
            <a:normAutofit/>
          </a:bodyPr>
          <a:lstStyle/>
          <a:p>
            <a:r>
              <a:rPr lang="en-CA" dirty="0"/>
              <a:t>Background &amp; Motivation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68F617-A865-44FB-B7FA-D3D82EB30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4188" y="339903"/>
            <a:ext cx="2359700" cy="1660157"/>
            <a:chOff x="2364188" y="339903"/>
            <a:chExt cx="2359700" cy="1660157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1E049813-75C2-4C4C-884E-5480698B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156361" y="339903"/>
              <a:ext cx="1567527" cy="156752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4CA4D6DA-0C20-43AD-AD68-1F7A6E41E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613508" y="1824184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CE6E5024-CAC1-4B1A-8AAD-E805A19D9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64188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EF2604-9F9A-FA64-9A06-F87A07E84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40516"/>
              </p:ext>
            </p:extLst>
          </p:nvPr>
        </p:nvGraphicFramePr>
        <p:xfrm>
          <a:off x="5181600" y="557189"/>
          <a:ext cx="6172199" cy="574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73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DE06B-E6D6-C2C0-9547-51E5FA97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52" y="566126"/>
            <a:ext cx="10531448" cy="2210521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Problem Statement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8C0019-8CE2-42AB-B006-9860B43B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0" y="206142"/>
            <a:ext cx="2102143" cy="1530997"/>
            <a:chOff x="9969500" y="206142"/>
            <a:chExt cx="2102143" cy="1530997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D92CEAD9-A3F0-473E-A98E-02184163C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46356" y="206142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73DEA2A7-9228-4C9E-9C48-4968E2C62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972800" y="1475479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223C7F44-7CEF-4DF1-B5FA-6453425A2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969500" y="380388"/>
              <a:ext cx="642322" cy="642322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A253A7D7-250E-18D6-8A3F-623C3665D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178203"/>
              </p:ext>
            </p:extLst>
          </p:nvPr>
        </p:nvGraphicFramePr>
        <p:xfrm>
          <a:off x="838200" y="2895600"/>
          <a:ext cx="10515600" cy="3281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5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170D9-FDF1-D152-C6D8-978EA0DF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52" y="566126"/>
            <a:ext cx="10531448" cy="2210521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Objectives</a:t>
            </a:r>
            <a:endParaRPr lang="en-C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8C0019-8CE2-42AB-B006-9860B43B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0" y="206142"/>
            <a:ext cx="2102143" cy="1530997"/>
            <a:chOff x="9969500" y="206142"/>
            <a:chExt cx="2102143" cy="1530997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D92CEAD9-A3F0-473E-A98E-02184163C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46356" y="206142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73DEA2A7-9228-4C9E-9C48-4968E2C62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972800" y="1475479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223C7F44-7CEF-4DF1-B5FA-6453425A2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969500" y="380388"/>
              <a:ext cx="642322" cy="642322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AA31EC7-797F-F5C0-FCF6-6AF89F88B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9329862"/>
              </p:ext>
            </p:extLst>
          </p:nvPr>
        </p:nvGraphicFramePr>
        <p:xfrm>
          <a:off x="838200" y="2895600"/>
          <a:ext cx="10515600" cy="3281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99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18604-8303-13BB-5B8C-CC3A017B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38599"/>
            <a:ext cx="5273648" cy="2235494"/>
          </a:xfrm>
        </p:spPr>
        <p:txBody>
          <a:bodyPr anchor="ctr">
            <a:normAutofit/>
          </a:bodyPr>
          <a:lstStyle/>
          <a:p>
            <a:r>
              <a:rPr lang="en-CA" dirty="0"/>
              <a:t>Dataset Overview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404772-1143-183C-0F10-82F98FD89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9" y="573950"/>
            <a:ext cx="11105762" cy="319290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C3DADED-7815-4306-B3F8-55867BED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39400" y="448962"/>
            <a:ext cx="1495636" cy="1646739"/>
            <a:chOff x="10439400" y="448962"/>
            <a:chExt cx="1495636" cy="1646739"/>
          </a:xfrm>
        </p:grpSpPr>
        <p:sp useBgFill="1">
          <p:nvSpPr>
            <p:cNvPr id="16" name="Graphic 10">
              <a:extLst>
                <a:ext uri="{FF2B5EF4-FFF2-40B4-BE49-F238E27FC236}">
                  <a16:creationId xmlns:a16="http://schemas.microsoft.com/office/drawing/2014/main" id="{4BCD9D1F-84E2-4A60-A132-DFA8429F5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220956" y="508019"/>
              <a:ext cx="696112" cy="73204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70B05BFF-06FA-4C5E-AAAD-4D93B51F7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1029204" y="18340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8" name="Oval 17">
              <a:extLst>
                <a:ext uri="{FF2B5EF4-FFF2-40B4-BE49-F238E27FC236}">
                  <a16:creationId xmlns:a16="http://schemas.microsoft.com/office/drawing/2014/main" id="{65C83237-C1FB-420E-8995-1E6881393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439400" y="448962"/>
              <a:ext cx="425081" cy="42508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D9AADB5-65B0-45B7-27DA-FDA3B35794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4852" y="4038599"/>
            <a:ext cx="5484030" cy="22354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5,000 customer records, 14 variables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Demographics, financial attributes, behavioral indicators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Target: Personal Loan acceptance (binary) </a:t>
            </a:r>
          </a:p>
        </p:txBody>
      </p:sp>
    </p:spTree>
    <p:extLst>
      <p:ext uri="{BB962C8B-B14F-4D97-AF65-F5344CB8AC3E}">
        <p14:creationId xmlns:p14="http://schemas.microsoft.com/office/powerpoint/2010/main" val="180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7AE71D-EE49-B5FF-5BB9-B8CAC8CA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- Continuous Variables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B3D6F-58E4-B7CE-2FA8-26C149EA8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Continuous Variable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8F76BC-8C77-B280-3CA0-C4EBA9162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Correlation Findings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44467E-4237-7155-B362-6757E33E48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- </a:t>
            </a:r>
            <a:r>
              <a:rPr lang="en-US" sz="1600" dirty="0"/>
              <a:t>weak linear correlations (no multicollinearity)</a:t>
            </a:r>
            <a:endParaRPr lang="en-CA" sz="18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D7EC078-BB9D-3101-2880-C2B28756865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2285270"/>
            <a:ext cx="4932859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Income distribution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Experience patterns: 50% have 10-30 years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Income range: 50% earn $40K-$100K annually </a:t>
            </a:r>
          </a:p>
        </p:txBody>
      </p:sp>
      <p:pic>
        <p:nvPicPr>
          <p:cNvPr id="11" name="Picture 10" descr="A diagram of a graph&#10;&#10;AI-generated content may be incorrect.">
            <a:extLst>
              <a:ext uri="{FF2B5EF4-FFF2-40B4-BE49-F238E27FC236}">
                <a16:creationId xmlns:a16="http://schemas.microsoft.com/office/drawing/2014/main" id="{C879ADB5-56BE-F9D3-494A-419CC6F0D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106" y="2609161"/>
            <a:ext cx="3416107" cy="2662554"/>
          </a:xfrm>
          <a:prstGeom prst="rect">
            <a:avLst/>
          </a:prstGeom>
        </p:spPr>
      </p:pic>
      <p:pic>
        <p:nvPicPr>
          <p:cNvPr id="14" name="Picture 13" descr="A group of blue bars&#10;&#10;AI-generated content may be incorrect.">
            <a:extLst>
              <a:ext uri="{FF2B5EF4-FFF2-40B4-BE49-F238E27FC236}">
                <a16:creationId xmlns:a16="http://schemas.microsoft.com/office/drawing/2014/main" id="{78BD8DE5-275A-56CB-B7DC-E0F7B0E16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77" y="2609161"/>
            <a:ext cx="3918107" cy="266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5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548D29-AD32-47D3-BD52-0948F232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051637-A0C5-487B-A44B-5B01A29D0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028" y="173174"/>
            <a:ext cx="1999624" cy="1090027"/>
            <a:chOff x="272028" y="173174"/>
            <a:chExt cx="1999624" cy="1090027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0BE943E0-E9D9-4FA9-9FC8-909949A18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2028" y="173174"/>
              <a:ext cx="1015587" cy="10155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5DB4873A-8D1E-48B5-A1CA-2B1F29E50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658577" y="200861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2A9A748F-AF64-439B-A722-718E96A72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922851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233DF-7394-2058-456C-0C246841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4786"/>
            <a:ext cx="6400800" cy="1683971"/>
          </a:xfrm>
        </p:spPr>
        <p:txBody>
          <a:bodyPr anchor="b">
            <a:normAutofit/>
          </a:bodyPr>
          <a:lstStyle/>
          <a:p>
            <a:r>
              <a:rPr lang="en-US" sz="4100"/>
              <a:t>Exploratory Data Analysis - Categorical Variables</a:t>
            </a:r>
            <a:endParaRPr lang="en-CA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E3A1B-B912-1E95-C909-7978BF42D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09776"/>
            <a:ext cx="6400800" cy="3714837"/>
          </a:xfrm>
        </p:spPr>
        <p:txBody>
          <a:bodyPr anchor="t">
            <a:normAutofit/>
          </a:bodyPr>
          <a:lstStyle/>
          <a:p>
            <a:r>
              <a:rPr lang="en-US" sz="1800" b="1"/>
              <a:t>Content:</a:t>
            </a:r>
            <a:r>
              <a:rPr lang="en-US" sz="1800"/>
              <a:t> Family Size &amp; Education Level: relatively even distribution</a:t>
            </a:r>
          </a:p>
          <a:p>
            <a:r>
              <a:rPr lang="en-US" sz="1800"/>
              <a:t>Slight left skew toward smaller families and lower education</a:t>
            </a:r>
          </a:p>
          <a:p>
            <a:r>
              <a:rPr lang="en-US" sz="1800" b="1"/>
              <a:t>Class Imbalance Observed:</a:t>
            </a:r>
            <a:r>
              <a:rPr lang="en-US" sz="1800"/>
              <a:t> </a:t>
            </a:r>
          </a:p>
          <a:p>
            <a:pPr lvl="1"/>
            <a:r>
              <a:rPr lang="en-US" sz="1800"/>
              <a:t>Personal Loan acceptance: rare event</a:t>
            </a:r>
          </a:p>
          <a:p>
            <a:pPr lvl="1"/>
            <a:r>
              <a:rPr lang="en-US" sz="1800"/>
              <a:t>Securities Account: fewer holders</a:t>
            </a:r>
          </a:p>
          <a:p>
            <a:pPr lvl="1"/>
            <a:r>
              <a:rPr lang="en-US" sz="1800"/>
              <a:t>CD Account: fewer holders</a:t>
            </a:r>
          </a:p>
          <a:p>
            <a:r>
              <a:rPr lang="en-US" sz="1800"/>
              <a:t>Imbalance addressed through model tuning (scale_pos_weight)</a:t>
            </a:r>
          </a:p>
          <a:p>
            <a:endParaRPr lang="en-CA" sz="180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CE51328-C52F-1E6C-1372-1F6A3DFC5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303" y="1221650"/>
            <a:ext cx="4311881" cy="44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5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35CA0C-12DF-4D39-A308-5830770D2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581" y="3841035"/>
            <a:ext cx="832449" cy="1066917"/>
            <a:chOff x="131581" y="3690543"/>
            <a:chExt cx="832449" cy="1066917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5F31FA39-8A8C-4BBF-8608-9E2A096FB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49950" y="3672574"/>
              <a:ext cx="696112" cy="73204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Oval 18">
              <a:extLst>
                <a:ext uri="{FF2B5EF4-FFF2-40B4-BE49-F238E27FC236}">
                  <a16:creationId xmlns:a16="http://schemas.microsoft.com/office/drawing/2014/main" id="{B0ABDD19-5DE8-475F-AD6E-B26461A16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31581" y="4495800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EF336D-D9B8-8DD9-8CA1-2901BA9A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38599"/>
            <a:ext cx="5273648" cy="2235494"/>
          </a:xfrm>
        </p:spPr>
        <p:txBody>
          <a:bodyPr anchor="ctr">
            <a:normAutofit/>
          </a:bodyPr>
          <a:lstStyle/>
          <a:p>
            <a:r>
              <a:rPr lang="en-CA" dirty="0"/>
              <a:t>EDA - Key Insights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08AD3DA-BF14-006A-D907-FC9153433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7" y="521541"/>
            <a:ext cx="6003479" cy="2071199"/>
          </a:xfrm>
          <a:prstGeom prst="rect">
            <a:avLst/>
          </a:prstGeom>
        </p:spPr>
      </p:pic>
      <p:pic>
        <p:nvPicPr>
          <p:cNvPr id="8" name="Picture 7" descr="A group of blue and orange boxes&#10;&#10;AI-generated content may be incorrect.">
            <a:extLst>
              <a:ext uri="{FF2B5EF4-FFF2-40B4-BE49-F238E27FC236}">
                <a16:creationId xmlns:a16="http://schemas.microsoft.com/office/drawing/2014/main" id="{C7C2B69A-DEC4-66A7-2DB9-1147FF442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99" y="521541"/>
            <a:ext cx="4068401" cy="38242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A41-9DCC-48BB-E4CE-8632DF380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048" y="4290660"/>
            <a:ext cx="5654639" cy="2235493"/>
          </a:xfrm>
        </p:spPr>
        <p:txBody>
          <a:bodyPr anchor="ctr">
            <a:normAutofit/>
          </a:bodyPr>
          <a:lstStyle/>
          <a:p>
            <a:r>
              <a:rPr lang="en-CA" sz="1800" b="1" dirty="0"/>
              <a:t>Content:</a:t>
            </a:r>
            <a:r>
              <a:rPr lang="en-CA" sz="1800" dirty="0"/>
              <a:t> Income is strongest predictor</a:t>
            </a:r>
          </a:p>
          <a:p>
            <a:r>
              <a:rPr lang="en-CA" sz="1800" dirty="0"/>
              <a:t>Loan acceptors: primarily $100K-$200K income range</a:t>
            </a:r>
          </a:p>
          <a:p>
            <a:r>
              <a:rPr lang="en-CA" sz="1800" b="1" dirty="0"/>
              <a:t>Statistical validation:</a:t>
            </a:r>
            <a:r>
              <a:rPr lang="en-CA" sz="1800" dirty="0"/>
              <a:t> Welch t-test </a:t>
            </a:r>
          </a:p>
          <a:p>
            <a:r>
              <a:rPr lang="en-US" sz="1800" dirty="0"/>
              <a:t>Extremely small p-value confirms income's predictive importance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88864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5" name="Graphic 10">
            <a:extLst>
              <a:ext uri="{FF2B5EF4-FFF2-40B4-BE49-F238E27FC236}">
                <a16:creationId xmlns:a16="http://schemas.microsoft.com/office/drawing/2014/main" id="{D43C1A1E-DA50-4210-9A1D-5437CBFEF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891156" y="241085"/>
            <a:ext cx="925287" cy="925287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7" name="Oval 16">
            <a:extLst>
              <a:ext uri="{FF2B5EF4-FFF2-40B4-BE49-F238E27FC236}">
                <a16:creationId xmlns:a16="http://schemas.microsoft.com/office/drawing/2014/main" id="{7691169A-6B21-4B1F-96DF-2BD6D6BA0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734076" y="1394142"/>
            <a:ext cx="261660" cy="261660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6BE43-F0BB-1F7A-86BC-4DFFD106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66490"/>
            <a:ext cx="11238347" cy="1502704"/>
          </a:xfrm>
        </p:spPr>
        <p:txBody>
          <a:bodyPr anchor="ctr">
            <a:normAutofit/>
          </a:bodyPr>
          <a:lstStyle/>
          <a:p>
            <a:r>
              <a:rPr lang="en-CA" dirty="0"/>
              <a:t>EDA -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F4366-E0DC-E8EE-E217-EF81FE5AE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286000"/>
            <a:ext cx="5470879" cy="4005510"/>
          </a:xfrm>
        </p:spPr>
        <p:txBody>
          <a:bodyPr anchor="t">
            <a:normAutofit/>
          </a:bodyPr>
          <a:lstStyle/>
          <a:p>
            <a:r>
              <a:rPr lang="en-US" sz="1800"/>
              <a:t>Chi-Square Tests performed to screen categorical variables</a:t>
            </a:r>
          </a:p>
          <a:p>
            <a:r>
              <a:rPr lang="en-US" sz="1800"/>
              <a:t>Notable Associations Found:</a:t>
            </a:r>
          </a:p>
          <a:p>
            <a:pPr lvl="1"/>
            <a:r>
              <a:rPr lang="en-US" sz="1800"/>
              <a:t>Education Level ✓</a:t>
            </a:r>
          </a:p>
          <a:p>
            <a:pPr lvl="1"/>
            <a:r>
              <a:rPr lang="en-US" sz="1800"/>
              <a:t>Family Size ✓</a:t>
            </a:r>
          </a:p>
          <a:p>
            <a:pPr lvl="1"/>
            <a:r>
              <a:rPr lang="en-US" sz="1800"/>
              <a:t>CD Account ✓</a:t>
            </a:r>
            <a:endParaRPr lang="en-CA" sz="18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48291F-F71C-3CE7-578A-3B9246017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98" b="-3"/>
          <a:stretch>
            <a:fillRect/>
          </a:stretch>
        </p:blipFill>
        <p:spPr>
          <a:xfrm>
            <a:off x="6207157" y="2286000"/>
            <a:ext cx="5435027" cy="4038600"/>
          </a:xfrm>
          <a:prstGeom prst="rect">
            <a:avLst/>
          </a:prstGeom>
        </p:spPr>
      </p:pic>
      <p:sp useBgFill="1">
        <p:nvSpPr>
          <p:cNvPr id="19" name="Oval 18">
            <a:extLst>
              <a:ext uri="{FF2B5EF4-FFF2-40B4-BE49-F238E27FC236}">
                <a16:creationId xmlns:a16="http://schemas.microsoft.com/office/drawing/2014/main" id="{AFF485D7-DE5D-47EE-8B37-15E9B77B3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474676" y="5428705"/>
            <a:ext cx="425081" cy="425081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9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0A8EB-A151-FC4D-461D-1B307CB2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4786"/>
            <a:ext cx="11238346" cy="1683971"/>
          </a:xfrm>
        </p:spPr>
        <p:txBody>
          <a:bodyPr anchor="t">
            <a:normAutofit/>
          </a:bodyPr>
          <a:lstStyle/>
          <a:p>
            <a:r>
              <a:rPr lang="en-CA"/>
              <a:t>Methodology &amp; Feature Engineering</a:t>
            </a:r>
            <a:endParaRPr lang="en-C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3A99C6-0751-4B61-9F8C-D587C7668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34054" y="381222"/>
            <a:ext cx="1776608" cy="1547254"/>
            <a:chOff x="10134054" y="381222"/>
            <a:chExt cx="1776608" cy="1547254"/>
          </a:xfrm>
        </p:grpSpPr>
        <p:sp useBgFill="1">
          <p:nvSpPr>
            <p:cNvPr id="15" name="Graphic 10">
              <a:extLst>
                <a:ext uri="{FF2B5EF4-FFF2-40B4-BE49-F238E27FC236}">
                  <a16:creationId xmlns:a16="http://schemas.microsoft.com/office/drawing/2014/main" id="{4C0C9772-971B-4CD4-B948-0C3F933A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895075" y="863805"/>
              <a:ext cx="1015587" cy="10155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F917A327-19AE-4BAC-A495-E449EDB29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318364" y="1752600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A13C37E6-66C1-4F85-83AE-D19DE95F7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134054" y="381222"/>
              <a:ext cx="544496" cy="54449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0" name="Rectangle 1">
            <a:extLst>
              <a:ext uri="{FF2B5EF4-FFF2-40B4-BE49-F238E27FC236}">
                <a16:creationId xmlns:a16="http://schemas.microsoft.com/office/drawing/2014/main" id="{FD034D35-2594-CF00-9AD5-6917EC1EF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247931"/>
              </p:ext>
            </p:extLst>
          </p:nvPr>
        </p:nvGraphicFramePr>
        <p:xfrm>
          <a:off x="838200" y="2579319"/>
          <a:ext cx="10515600" cy="3597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78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F3D7-7109-62CB-1529-CB652177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Explainability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206CD3-6653-6527-A686-7BE366C11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068480"/>
              </p:ext>
            </p:extLst>
          </p:nvPr>
        </p:nvGraphicFramePr>
        <p:xfrm>
          <a:off x="838200" y="1825625"/>
          <a:ext cx="10515597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451191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035212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56884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XGBoost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95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Feature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0" dirty="0"/>
                        <a:t>Gini Feature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SHAP Analysis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707362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r>
                        <a:rPr lang="en-US" b="0" dirty="0"/>
                        <a:t>Linear 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Ensemble-based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feature contribution &amp; direction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95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 weight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Captures non-linear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transparency for stakeholders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17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Direction &amp; magnitude of impact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16316"/>
                  </a:ext>
                </a:extLst>
              </a:tr>
            </a:tbl>
          </a:graphicData>
        </a:graphic>
      </p:graphicFrame>
      <p:pic>
        <p:nvPicPr>
          <p:cNvPr id="8" name="Picture 7" descr="A graph with purple squares&#10;&#10;AI-generated content may be incorrect.">
            <a:extLst>
              <a:ext uri="{FF2B5EF4-FFF2-40B4-BE49-F238E27FC236}">
                <a16:creationId xmlns:a16="http://schemas.microsoft.com/office/drawing/2014/main" id="{D759AE28-5617-AFA0-1FEB-67B068283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938" y="4570127"/>
            <a:ext cx="3511102" cy="1778000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213E2BF5-68A5-77D0-6A54-136C8668B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171" y="4622482"/>
            <a:ext cx="3503626" cy="2161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7778BA-565D-7B70-FA7C-7DFEA8934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81" y="4622482"/>
            <a:ext cx="3474709" cy="104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11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35CA0C-12DF-4D39-A308-5830770D2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581" y="3841035"/>
            <a:ext cx="832449" cy="1066917"/>
            <a:chOff x="131581" y="3690543"/>
            <a:chExt cx="832449" cy="1066917"/>
          </a:xfrm>
        </p:grpSpPr>
        <p:sp useBgFill="1">
          <p:nvSpPr>
            <p:cNvPr id="17" name="Graphic 10">
              <a:extLst>
                <a:ext uri="{FF2B5EF4-FFF2-40B4-BE49-F238E27FC236}">
                  <a16:creationId xmlns:a16="http://schemas.microsoft.com/office/drawing/2014/main" id="{5F31FA39-8A8C-4BBF-8608-9E2A096FB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49950" y="3672574"/>
              <a:ext cx="696112" cy="73204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8" name="Oval 17">
              <a:extLst>
                <a:ext uri="{FF2B5EF4-FFF2-40B4-BE49-F238E27FC236}">
                  <a16:creationId xmlns:a16="http://schemas.microsoft.com/office/drawing/2014/main" id="{B0ABDD19-5DE8-475F-AD6E-B26461A16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31581" y="4495800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F82A23-53A4-C2E5-5A38-FA731FEA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38599"/>
            <a:ext cx="5273648" cy="2235494"/>
          </a:xfrm>
        </p:spPr>
        <p:txBody>
          <a:bodyPr anchor="ctr">
            <a:normAutofit/>
          </a:bodyPr>
          <a:lstStyle/>
          <a:p>
            <a:r>
              <a:rPr lang="en-CA" dirty="0"/>
              <a:t>Model Performance Comparison</a:t>
            </a:r>
          </a:p>
        </p:txBody>
      </p:sp>
      <p:pic>
        <p:nvPicPr>
          <p:cNvPr id="6" name="Picture 5" descr="A graph of a logistic curve&#10;&#10;AI-generated content may be incorrect.">
            <a:extLst>
              <a:ext uri="{FF2B5EF4-FFF2-40B4-BE49-F238E27FC236}">
                <a16:creationId xmlns:a16="http://schemas.microsoft.com/office/drawing/2014/main" id="{84F6A562-1E32-3156-08E5-FDD3C21A3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24" y="583906"/>
            <a:ext cx="4404016" cy="37213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42C49-9E97-9221-6C96-7077FB358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851" y="4038599"/>
            <a:ext cx="5654639" cy="223549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Why recall matters: minimize missed opportunities (false negatives)</a:t>
            </a:r>
          </a:p>
          <a:p>
            <a:r>
              <a:rPr lang="en-US" sz="1800" dirty="0" err="1"/>
              <a:t>GridSearchCV</a:t>
            </a:r>
            <a:r>
              <a:rPr lang="en-US" sz="1800" dirty="0"/>
              <a:t> optimization with recall scoring</a:t>
            </a:r>
            <a:endParaRPr lang="en-CA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E7EE5A-F6D3-C249-328D-6B27D759E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32758"/>
              </p:ext>
            </p:extLst>
          </p:nvPr>
        </p:nvGraphicFramePr>
        <p:xfrm>
          <a:off x="5991064" y="1193801"/>
          <a:ext cx="5828426" cy="1866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19">
                  <a:extLst>
                    <a:ext uri="{9D8B030D-6E8A-4147-A177-3AD203B41FA5}">
                      <a16:colId xmlns:a16="http://schemas.microsoft.com/office/drawing/2014/main" val="4102310601"/>
                    </a:ext>
                  </a:extLst>
                </a:gridCol>
                <a:gridCol w="1642087">
                  <a:extLst>
                    <a:ext uri="{9D8B030D-6E8A-4147-A177-3AD203B41FA5}">
                      <a16:colId xmlns:a16="http://schemas.microsoft.com/office/drawing/2014/main" val="189651071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760312552"/>
                    </a:ext>
                  </a:extLst>
                </a:gridCol>
                <a:gridCol w="1422190">
                  <a:extLst>
                    <a:ext uri="{9D8B030D-6E8A-4147-A177-3AD203B41FA5}">
                      <a16:colId xmlns:a16="http://schemas.microsoft.com/office/drawing/2014/main" val="571138253"/>
                    </a:ext>
                  </a:extLst>
                </a:gridCol>
              </a:tblGrid>
              <a:tr h="7016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Metric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Logistic Regression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Random Forest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XGBoost Classifier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extLst>
                  <a:ext uri="{0D108BD9-81ED-4DB2-BD59-A6C34878D82A}">
                    <a16:rowId xmlns:a16="http://schemas.microsoft.com/office/drawing/2014/main" val="26932471"/>
                  </a:ext>
                </a:extLst>
              </a:tr>
              <a:tr h="3884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Accuracy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0.88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0.91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0.93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extLst>
                  <a:ext uri="{0D108BD9-81ED-4DB2-BD59-A6C34878D82A}">
                    <a16:rowId xmlns:a16="http://schemas.microsoft.com/office/drawing/2014/main" val="329925934"/>
                  </a:ext>
                </a:extLst>
              </a:tr>
              <a:tr h="3884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Recall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0.76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0.83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0.87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extLst>
                  <a:ext uri="{0D108BD9-81ED-4DB2-BD59-A6C34878D82A}">
                    <a16:rowId xmlns:a16="http://schemas.microsoft.com/office/drawing/2014/main" val="982184927"/>
                  </a:ext>
                </a:extLst>
              </a:tr>
              <a:tr h="3884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ROC-AUC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0.91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0.95</a:t>
                      </a:r>
                      <a:endParaRPr lang="en-CA" sz="1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0.97</a:t>
                      </a:r>
                      <a:endParaRPr lang="en-CA" sz="17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18851" marR="118851" marT="0" marB="0"/>
                </a:tc>
                <a:extLst>
                  <a:ext uri="{0D108BD9-81ED-4DB2-BD59-A6C34878D82A}">
                    <a16:rowId xmlns:a16="http://schemas.microsoft.com/office/drawing/2014/main" val="497602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58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3DDED-0C1E-C3F3-0ED2-1A653A75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189"/>
            <a:ext cx="4549002" cy="5743616"/>
          </a:xfrm>
        </p:spPr>
        <p:txBody>
          <a:bodyPr anchor="ctr">
            <a:normAutofit/>
          </a:bodyPr>
          <a:lstStyle/>
          <a:p>
            <a:r>
              <a:rPr lang="en-CA" dirty="0"/>
              <a:t>Key Business Findings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68F617-A865-44FB-B7FA-D3D82EB30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4188" y="339903"/>
            <a:ext cx="2359700" cy="1660157"/>
            <a:chOff x="2364188" y="339903"/>
            <a:chExt cx="2359700" cy="1660157"/>
          </a:xfrm>
        </p:grpSpPr>
        <p:sp useBgFill="1">
          <p:nvSpPr>
            <p:cNvPr id="14" name="Graphic 10">
              <a:extLst>
                <a:ext uri="{FF2B5EF4-FFF2-40B4-BE49-F238E27FC236}">
                  <a16:creationId xmlns:a16="http://schemas.microsoft.com/office/drawing/2014/main" id="{1E049813-75C2-4C4C-884E-5480698B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156361" y="339903"/>
              <a:ext cx="1567527" cy="156752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5" name="Oval 14">
              <a:extLst>
                <a:ext uri="{FF2B5EF4-FFF2-40B4-BE49-F238E27FC236}">
                  <a16:creationId xmlns:a16="http://schemas.microsoft.com/office/drawing/2014/main" id="{4CA4D6DA-0C20-43AD-AD68-1F7A6E41E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613508" y="1824184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CE6E5024-CAC1-4B1A-8AAD-E805A19D9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64188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8B8445-23AC-9F84-F5DE-021CDC36A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794280"/>
              </p:ext>
            </p:extLst>
          </p:nvPr>
        </p:nvGraphicFramePr>
        <p:xfrm>
          <a:off x="5181600" y="557189"/>
          <a:ext cx="6172199" cy="574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055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3C9656-30C3-43C6-95BA-9C8B5DA66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80FCF5-5308-46D2-ACB8-D32B121AE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028" y="173174"/>
            <a:ext cx="2101035" cy="1015587"/>
            <a:chOff x="272028" y="173174"/>
            <a:chExt cx="2101035" cy="1015587"/>
          </a:xfrm>
        </p:grpSpPr>
        <p:sp useBgFill="1">
          <p:nvSpPr>
            <p:cNvPr id="29" name="Graphic 10">
              <a:extLst>
                <a:ext uri="{FF2B5EF4-FFF2-40B4-BE49-F238E27FC236}">
                  <a16:creationId xmlns:a16="http://schemas.microsoft.com/office/drawing/2014/main" id="{0BE943E0-E9D9-4FA9-9FC8-909949A18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2028" y="173174"/>
              <a:ext cx="1015587" cy="10155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30" name="Oval 29">
              <a:extLst>
                <a:ext uri="{FF2B5EF4-FFF2-40B4-BE49-F238E27FC236}">
                  <a16:creationId xmlns:a16="http://schemas.microsoft.com/office/drawing/2014/main" id="{5DB4873A-8D1E-48B5-A1CA-2B1F29E50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723816" y="200771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31" name="Oval 30">
              <a:extLst>
                <a:ext uri="{FF2B5EF4-FFF2-40B4-BE49-F238E27FC236}">
                  <a16:creationId xmlns:a16="http://schemas.microsoft.com/office/drawing/2014/main" id="{2A9A748F-AF64-439B-A722-718E96A72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024262" y="733387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12396-71CE-2990-8961-4C8CA068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4786"/>
            <a:ext cx="6400800" cy="1683971"/>
          </a:xfrm>
        </p:spPr>
        <p:txBody>
          <a:bodyPr anchor="b">
            <a:normAutofit/>
          </a:bodyPr>
          <a:lstStyle/>
          <a:p>
            <a:r>
              <a:rPr lang="en-CA" dirty="0"/>
              <a:t>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2F2E-157E-014D-2977-279AE2343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09776"/>
            <a:ext cx="6400800" cy="3714837"/>
          </a:xfrm>
        </p:spPr>
        <p:txBody>
          <a:bodyPr anchor="t">
            <a:normAutofit/>
          </a:bodyPr>
          <a:lstStyle/>
          <a:p>
            <a:r>
              <a:rPr lang="en-US" sz="1800"/>
              <a:t>FastAPI</a:t>
            </a:r>
            <a:r>
              <a:rPr lang="en-US" sz="1800" dirty="0"/>
              <a:t> backend for real-time predictions</a:t>
            </a:r>
          </a:p>
          <a:p>
            <a:r>
              <a:rPr lang="en-US" sz="1800" dirty="0"/>
              <a:t>Client CLI for data input</a:t>
            </a:r>
          </a:p>
          <a:p>
            <a:r>
              <a:rPr lang="en-US" sz="1800" dirty="0"/>
              <a:t>Server (importing model for prediction)</a:t>
            </a:r>
          </a:p>
          <a:p>
            <a:r>
              <a:rPr lang="en-US" sz="1800" dirty="0"/>
              <a:t>SendGrid email automation</a:t>
            </a:r>
          </a:p>
          <a:p>
            <a:r>
              <a:rPr lang="en-US" sz="1800" dirty="0"/>
              <a:t>Three-tier system: High-Recall (0.3), Standard (0.5), VIP (0.8)</a:t>
            </a:r>
            <a:endParaRPr lang="en-CA" sz="18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D4DE2F-8C50-FC9B-8983-3F323F8E0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8"/>
          <a:stretch>
            <a:fillRect/>
          </a:stretch>
        </p:blipFill>
        <p:spPr>
          <a:xfrm>
            <a:off x="6577828" y="118992"/>
            <a:ext cx="5042672" cy="672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72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35CA0C-12DF-4D39-A308-5830770D2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581" y="3841035"/>
            <a:ext cx="832449" cy="1066917"/>
            <a:chOff x="131581" y="3690543"/>
            <a:chExt cx="832449" cy="1066917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5F31FA39-8A8C-4BBF-8608-9E2A096FB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49950" y="3672574"/>
              <a:ext cx="696112" cy="73204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Oval 18">
              <a:extLst>
                <a:ext uri="{FF2B5EF4-FFF2-40B4-BE49-F238E27FC236}">
                  <a16:creationId xmlns:a16="http://schemas.microsoft.com/office/drawing/2014/main" id="{B0ABDD19-5DE8-475F-AD6E-B26461A16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31581" y="4495800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D9099D-5348-8020-6B83-3087E3E4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38599"/>
            <a:ext cx="5273648" cy="2235494"/>
          </a:xfrm>
        </p:spPr>
        <p:txBody>
          <a:bodyPr anchor="ctr">
            <a:normAutofit/>
          </a:bodyPr>
          <a:lstStyle/>
          <a:p>
            <a:r>
              <a:rPr lang="en-CA" dirty="0"/>
              <a:t>Email Automation in Action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6F2F3C-6972-3714-1A8C-F47C7B05C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8" y="521542"/>
            <a:ext cx="5629082" cy="2321995"/>
          </a:xfrm>
          <a:prstGeom prst="rect">
            <a:avLst/>
          </a:prstGeom>
        </p:spPr>
      </p:pic>
      <p:pic>
        <p:nvPicPr>
          <p:cNvPr id="8" name="Picture 7" descr="A screenshot of a email&#10;&#10;AI-generated content may be incorrect.">
            <a:extLst>
              <a:ext uri="{FF2B5EF4-FFF2-40B4-BE49-F238E27FC236}">
                <a16:creationId xmlns:a16="http://schemas.microsoft.com/office/drawing/2014/main" id="{DE8BE592-D82D-C07B-F25A-720A0F433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21542"/>
            <a:ext cx="5396162" cy="312977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85D3F78-7A06-3DB1-B573-B45F44806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4851" y="4038599"/>
            <a:ext cx="5654639" cy="22354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Automated personalized outreach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Tier-based email templates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SendGrid integration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End-to-end workflow from prediction → email delivery </a:t>
            </a:r>
          </a:p>
        </p:txBody>
      </p:sp>
    </p:spTree>
    <p:extLst>
      <p:ext uri="{BB962C8B-B14F-4D97-AF65-F5344CB8AC3E}">
        <p14:creationId xmlns:p14="http://schemas.microsoft.com/office/powerpoint/2010/main" val="493259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339E4-47CB-5D3A-028F-E9303E1B7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52" y="566126"/>
            <a:ext cx="10531448" cy="2210521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Business Value &amp; Impact</a:t>
            </a:r>
            <a:endParaRPr lang="en-CA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8C0019-8CE2-42AB-B006-9860B43B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0" y="206142"/>
            <a:ext cx="2102143" cy="1530997"/>
            <a:chOff x="9969500" y="206142"/>
            <a:chExt cx="2102143" cy="1530997"/>
          </a:xfrm>
        </p:grpSpPr>
        <p:sp useBgFill="1">
          <p:nvSpPr>
            <p:cNvPr id="14" name="Graphic 10">
              <a:extLst>
                <a:ext uri="{FF2B5EF4-FFF2-40B4-BE49-F238E27FC236}">
                  <a16:creationId xmlns:a16="http://schemas.microsoft.com/office/drawing/2014/main" id="{D92CEAD9-A3F0-473E-A98E-02184163C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46356" y="206142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Oval 14">
              <a:extLst>
                <a:ext uri="{FF2B5EF4-FFF2-40B4-BE49-F238E27FC236}">
                  <a16:creationId xmlns:a16="http://schemas.microsoft.com/office/drawing/2014/main" id="{73DEA2A7-9228-4C9E-9C48-4968E2C62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972800" y="1475479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223C7F44-7CEF-4DF1-B5FA-6453425A2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969500" y="380388"/>
              <a:ext cx="642322" cy="642322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08F51E-F2E0-C3E2-6173-D364E72EF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970679"/>
              </p:ext>
            </p:extLst>
          </p:nvPr>
        </p:nvGraphicFramePr>
        <p:xfrm>
          <a:off x="838200" y="2895600"/>
          <a:ext cx="10515600" cy="3281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0465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64D22-C327-1585-8BFE-8FAC5C76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189"/>
            <a:ext cx="4549002" cy="5743616"/>
          </a:xfrm>
        </p:spPr>
        <p:txBody>
          <a:bodyPr anchor="ctr">
            <a:normAutofit/>
          </a:bodyPr>
          <a:lstStyle/>
          <a:p>
            <a:r>
              <a:rPr lang="en-CA"/>
              <a:t>Limitations &amp; Future Work</a:t>
            </a:r>
            <a:endParaRPr lang="en-CA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68F617-A865-44FB-B7FA-D3D82EB30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4188" y="339903"/>
            <a:ext cx="2359700" cy="1660157"/>
            <a:chOff x="2364188" y="339903"/>
            <a:chExt cx="2359700" cy="1660157"/>
          </a:xfrm>
        </p:grpSpPr>
        <p:sp useBgFill="1">
          <p:nvSpPr>
            <p:cNvPr id="21" name="Graphic 10">
              <a:extLst>
                <a:ext uri="{FF2B5EF4-FFF2-40B4-BE49-F238E27FC236}">
                  <a16:creationId xmlns:a16="http://schemas.microsoft.com/office/drawing/2014/main" id="{1E049813-75C2-4C4C-884E-5480698B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156361" y="339903"/>
              <a:ext cx="1567527" cy="156752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4CA4D6DA-0C20-43AD-AD68-1F7A6E41E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613508" y="1824184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CE6E5024-CAC1-4B1A-8AAD-E805A19D9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64188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0B986F34-F537-E935-B7FC-FCE8A06DE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856991"/>
              </p:ext>
            </p:extLst>
          </p:nvPr>
        </p:nvGraphicFramePr>
        <p:xfrm>
          <a:off x="5181600" y="557189"/>
          <a:ext cx="6172199" cy="574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09565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3D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597</Words>
  <Application>Microsoft Office PowerPoint</Application>
  <PresentationFormat>Widescreen</PresentationFormat>
  <Paragraphs>148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Courier New</vt:lpstr>
      <vt:lpstr>Open sans</vt:lpstr>
      <vt:lpstr>Segoe UI</vt:lpstr>
      <vt:lpstr>Times New Roman</vt:lpstr>
      <vt:lpstr>MinimalXOVTI</vt:lpstr>
      <vt:lpstr>Predicting Personal Loan Acceptance: A Data-Driven Marketing &amp; Deployment Strategy</vt:lpstr>
      <vt:lpstr>Agenda/Outline</vt:lpstr>
      <vt:lpstr>Background &amp; Motivation</vt:lpstr>
      <vt:lpstr>Problem Statement</vt:lpstr>
      <vt:lpstr>Objectives</vt:lpstr>
      <vt:lpstr>Dataset Overview</vt:lpstr>
      <vt:lpstr>Exploratory Data Analysis - Continuous Variables</vt:lpstr>
      <vt:lpstr>Exploratory Data Analysis - Categorical Variables</vt:lpstr>
      <vt:lpstr>EDA - Key Insights</vt:lpstr>
      <vt:lpstr>EDA - Key Insights</vt:lpstr>
      <vt:lpstr>Methodology &amp; Feature Engineering</vt:lpstr>
      <vt:lpstr>Model Explainability</vt:lpstr>
      <vt:lpstr>Model Performance Comparison</vt:lpstr>
      <vt:lpstr>Key Business Findings</vt:lpstr>
      <vt:lpstr>Deployment Architecture</vt:lpstr>
      <vt:lpstr>Email Automation in Action</vt:lpstr>
      <vt:lpstr>Business Value &amp; Impact</vt:lpstr>
      <vt:lpstr>Limitations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Sanskar Bajimaya</dc:creator>
  <cp:lastModifiedBy>Sanskar Bajimaya</cp:lastModifiedBy>
  <cp:revision>1</cp:revision>
  <dcterms:created xsi:type="dcterms:W3CDTF">2025-11-25T23:52:01Z</dcterms:created>
  <dcterms:modified xsi:type="dcterms:W3CDTF">2025-11-26T17:04:45Z</dcterms:modified>
</cp:coreProperties>
</file>